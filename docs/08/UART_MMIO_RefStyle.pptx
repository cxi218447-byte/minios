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12191695" cy="2560320"/>
          </a:xfrm>
          <a:prstGeom prst="rect">
            <a:avLst/>
          </a:prstGeom>
          <a:solidFill>
            <a:srgbClr val="162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MMIO · 龙芯汇编编程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UART MMIO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串口寄存器与内存映射 I/O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基础概念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什么是 MMIO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10881360" cy="9144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74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874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外设寄存器被映射到 CPU 的内存地址空间，用普通 ld / st 指令读写外设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0881360" cy="914400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880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无需专用 I/O 指令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880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访问外设与访问内存的写法完全一致，寄存器地址 = 内存地址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10881360" cy="9144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886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龙芯上的 UART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3886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的寄存器固定在某段物理地址，CPU 直接 st.b / ld.b 即可操作串口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MMIO · 龙芯汇编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背景知识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UART 是什么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Asynchronous Receiver / Transmitter — 通用异步收发器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全双工串行通信：发送与接收各用一条数据线，可同时进行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工作方式：发送方把字节按位一位一位地发出，接收方再一位一位地重组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常见用途：调试输出（printk 输出的字节就走这里）、终端控制台、板级串口通信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MMIO · 龙芯汇编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12191695" cy="2560320"/>
          </a:xfrm>
          <a:prstGeom prst="rect">
            <a:avLst/>
          </a:prstGeom>
          <a:solidFill>
            <a:srgbClr val="162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920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指令补充讲解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UART 寄存器地址映射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31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为看懂汇编代码打基础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UART 寄存器地址映射（16550 兼容）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10881360" cy="7132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偏移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18745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寄存器名称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87452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2624328"/>
            <a:ext cx="10881360" cy="713232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62432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+0x0（写）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62432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  发送保持寄存器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624328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写入该寄存器，字节即被送去发送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40080" y="3374136"/>
            <a:ext cx="10881360" cy="713232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37413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+0x0（读）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337413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RBR  接收缓冲寄存器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3374136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读取该寄存器，取出已接收的字节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40080" y="4123944"/>
            <a:ext cx="10881360" cy="713232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123944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+0x1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412394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IER  中断使能寄存器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4123944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控制哪些事件触发中断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40080" y="4873752"/>
            <a:ext cx="10881360" cy="713232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87375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+0x5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2468880" y="487375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LSR  线路状态寄存器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4873752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THRE（bit5）和 DR（bit0）等状态标志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MMIO · 龙芯汇编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 与 RBR：同地址，读写不同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10881360" cy="9144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745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THR（写 +0x0）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874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向此地址写入一字节 → 该字节被送出串口发送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0881360" cy="914400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880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RBR（读 +0x0）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880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从此地址读出一字节 → 取出接收缓冲区里已到达的字节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10881360" cy="1463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4270248"/>
            <a:ext cx="102412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生活化类比
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同一个信箱（地址 +0x0）：往里放信件 = 发送（THR）；取出信件 = 接收（RBR）。放和取是两回事，用读/写区分。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MMIO · 龙芯汇编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LSR：线路状态寄存器（偏移 +0x5）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10881360" cy="9144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74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 5  THRE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8745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 Empty：发送寄存器已空，可以写入下一个待发送字节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0881360" cy="914400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880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 0  DR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8803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Ready：接收缓冲有数据，可以读 RBR 取走字节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005072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用法：先轮询（polling）LSR，确认相应状态位为 1，再读/写数据寄存器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本课只做轮询方式，中断驱动版本留待后续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MMIO · 龙芯汇编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12191695" cy="2560320"/>
          </a:xfrm>
          <a:prstGeom prst="rect">
            <a:avLst/>
          </a:prstGeom>
          <a:solidFill>
            <a:srgbClr val="162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920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汇编实现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 ld.b / st.b 访问 UART 寄存器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指令一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 ld.b / st.b 读写 MMIO 字节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10881360" cy="13716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084832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ld.b  $t1, $t0, 5    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st.b  $a0, $t0, 0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83280"/>
            <a:ext cx="10881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Object],[object Object]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Object],[object Object]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$t0 存放 UART_BASE 地址；.b 后缀表示按字节（8 位）访问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这与读写普通内存的写法完全一样，这就是 MMIO 的精髓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MMIO · 龙芯汇编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节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发送一字节：最小故事线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65960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读 LSR（$t0+5），取出 bit5（THRE）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EEF1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6060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THRE = 0：THR 还没空，跳回 ① 继续等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4612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THRE = 1：THR 已空，把待发字节写入 THR（$t0+0）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EEF1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8862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硬件自动把 THR 里的字节发送出去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40080" y="4663440"/>
            <a:ext cx="10881360" cy="1417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73168"/>
            <a:ext cx="10241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生活化类比
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像传真机旁边等空档：先看指示灯（LSR），绿灯亮了（THRE=1）再把文件放进去（st.b 写 THR）。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MMIO · 龙芯汇编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指令二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轮询 THRE：发送前等待就绪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10881360" cy="210312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084832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CC7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ld.b  $t1, $t0, 5      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andi  $t1, $t1, 0x20   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beqz  $t1, 1b          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6052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 LSR（偏移 +0x5）→ 取出 bit5 = THRE（用 andi 掩码 0x20）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 = 0（结果为 0）→ beqz 跳回标签 1 继续等待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 = 1（结果非零）→ beqz 不跳，继续执行下一条写入指令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MMIO · 龙芯汇编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完整代码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发送一字符（uart_putchar）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10881360" cy="36576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084832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CC7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uart_putchar: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CC7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ld.b   $t1, $t0, 5   /* 读 LSR */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andi   $t1, $t1, 0x20 /* bit5=THRE */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beqz   $t1, 1b       /* 未就绪则等 */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st.b   $a0, $t0, 0   /* 写 THR 发送 */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jr     $ra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5778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$a0 = 待发送字节；$t0 = UART_BASE（调用者提前装好）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MMIO · 龙芯汇编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节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接收一字节：轮询 DR 位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10881360" cy="36576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084832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CC7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uart_getchar: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CC7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ld.b   $t1, $t0, 5   /* 读 LSR */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andi   $t1, $t1, 0x1  /* bit0=DR  */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beqz   $t1, 2b       /* 无数据则等 */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ld.b   $a0, $t0, 0   /* 读 RBR   */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jr     $ra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5778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轮询 DR（bit0）：=1 表示 RBR 里有新字节，可以读取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andi 掩码 0x1 单独取出 bit0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MMIO · 龙芯汇编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编程注意事项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三件必须记住的事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65960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MMIO 访问有副作用：读写顺序必须与硬件时序一致，不可随意调换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EEF1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6060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UART 地址必须配置在非缓存（uncached）窗口，否则 st/ld 被缓存截住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4612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轮询效率低：长时间等待占满 CPU；实际系统改用中断驱动（本课不涉及）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10881360" cy="1463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4270248"/>
            <a:ext cx="102412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生活化类比
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就像银行叫号：非要跑到柜台猛敲窗（轮询），而不是坐着等叫号（中断）——功能一样，但轮询很费力气。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MMIO · 龙芯汇编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两个指令，看懂 UART 驱动核心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10881360" cy="475488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20240"/>
            <a:ext cx="10241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MMIO：把外设寄存器当内存地址，用普通 ld.b / st.b 读写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关键寄存器：THR（发送）/ RBR（接收），共用 +0x0；LSR（状态）在 +0x5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发送流程：轮询 LSR.THRE（bit5）→ 就绪后 st.b 写 THR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接收流程：轮询 LSR.DR（bit0）→ 有数据后 ld.b 读 RBR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轮询是最简单的同步方式，中断驱动版本性能更好，见后续课程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MMIO · 龙芯汇编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2026-09-15T02:27:34Z</dcterms:created>
  <dcterms:modified xsi:type="dcterms:W3CDTF">2026-09-15T02:27:34Z</dcterms:modified>
</cp:coreProperties>
</file>