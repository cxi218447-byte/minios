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373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34747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操作系统基础科普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用户态 与 内核态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从一次 write() 调用说起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521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给还没学过操作系统的同学准备的入门科普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大纲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1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今天讲什么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57984"/>
            <a:ext cx="457200" cy="45720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为什么要分两种“状态”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980944"/>
            <a:ext cx="457200" cy="45720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880360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用户态:能做什么、不能做什么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703320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内核态:操作系统的“特权”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626864"/>
            <a:ext cx="457200" cy="45720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526280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状态怎么切换:系统调用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449824"/>
            <a:ext cx="457200" cy="45720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449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349240"/>
            <a:ext cx="99056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举例:write() 里的一次切换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为什么要分两种“状态”?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程序若能随意读写内存、操作硬件,一个 bug 就可能让整台电脑崩溃。CPU 设计了“特权级”来防止这件事。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01752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类比:电脑像一栋教学楼。学生只能在教室活动;配电房平时锁着,只有老师才有钥匙。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5364328" cy="1463040"/>
          </a:xfrm>
          <a:prstGeom prst="roundRect">
            <a:avLst>
              <a:gd name="adj" fmla="val 6250"/>
            </a:avLst>
          </a:prstGeom>
          <a:solidFill>
            <a:srgbClr val="0B1E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4114800"/>
            <a:ext cx="4724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不分态会怎样?</a:t>
            </a: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 bug 就可能让系统死机、数据全丢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278728" y="4023360"/>
            <a:ext cx="5364328" cy="1463040"/>
          </a:xfrm>
          <a:prstGeom prst="roundRect">
            <a:avLst>
              <a:gd name="adj" fmla="val 6250"/>
            </a:avLst>
          </a:prstGeom>
          <a:solidFill>
            <a:srgbClr val="0B1E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98768" y="4114800"/>
            <a:ext cx="4724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7F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分了态之后呢?</a:t>
            </a: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7FD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想动硬件必须找内核帮忙,内核会检查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用户态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用户态(User Mode)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6432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运行我们平常写的普通程序(编译出来的可执行文件)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36432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20040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只能访问自己的那一小块内存,不能碰别的程序、不能碰内核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536432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38912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不能直接读写硬件寄存器(比如串口 UART 的 THR/LSR)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278728" y="1920240"/>
            <a:ext cx="5364328" cy="3429000"/>
          </a:xfrm>
          <a:prstGeom prst="roundRect">
            <a:avLst>
              <a:gd name="adj" fmla="val 2667"/>
            </a:avLst>
          </a:prstGeom>
          <a:solidFill>
            <a:srgbClr val="EAF3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98768" y="2011680"/>
            <a:ext cx="47242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类比:学生在教室里</a:t>
            </a: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能做作业、看书,不能进配电房</a:t>
            </a: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想用特权资源?得打报告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778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举例:C 程序里的 printf,底层最终会走到 write 系统调用——往屏幕/串口输出这种“碰硬件”的事,用户态程序自己做不了。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内核态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内核态(Kernel Mode)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64328" cy="1051560"/>
          </a:xfrm>
          <a:prstGeom prst="roundRect">
            <a:avLst>
              <a:gd name="adj" fmla="val 8696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运行操作系统内核自己的代码,拥有 CPU 最高权限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364328" cy="1051560"/>
          </a:xfrm>
          <a:prstGeom prst="roundRect">
            <a:avLst>
              <a:gd name="adj" fmla="val 8696"/>
            </a:avLst>
          </a:prstGeom>
          <a:solidFill>
            <a:srgbClr val="1622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20040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可以直接读写任何硬件寄存器、管理所有内存、调度所有程序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5364328" cy="1051560"/>
          </a:xfrm>
          <a:prstGeom prst="roundRect">
            <a:avLst>
              <a:gd name="adj" fmla="val 8696"/>
            </a:avLst>
          </a:prstGeom>
          <a:solidFill>
            <a:srgbClr val="1622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389120"/>
            <a:ext cx="4724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一旦内核代码出错,影响的是整个系统,而不只是一个程序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278728" y="1920240"/>
            <a:ext cx="5364328" cy="3429000"/>
          </a:xfrm>
          <a:prstGeom prst="roundRect">
            <a:avLst>
              <a:gd name="adj" fmla="val 2667"/>
            </a:avLst>
          </a:prstGeom>
          <a:solidFill>
            <a:srgbClr val="1622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98768" y="2011680"/>
            <a:ext cx="472424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2C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类比:老师有全楼的钥匙</a:t>
            </a: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2C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学生打报告,老师亲自去处理</a:t>
            </a: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endParaRPr lang="en-US" sz="2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F2C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但老师出错,影响的是全楼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778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强调对称性:用户态“受限但安全”,内核态“权限高但责任大”——这也是为什么内核代码写得比普通程序更小心。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两种状态,一张图对比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18608" cy="4206240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用户态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 · 在教室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45870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00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运行普通程序
✓ 只碰自己的内存
✗ 不能直接碰硬件
✗ 想要特权得“打报告”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324448" y="1965960"/>
            <a:ext cx="5318608" cy="4206240"/>
          </a:xfrm>
          <a:prstGeom prst="roundRect">
            <a:avLst>
              <a:gd name="adj" fmla="val 3261"/>
            </a:avLst>
          </a:prstGeom>
          <a:solidFill>
            <a:srgbClr val="0B1E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224028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内核态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324448" y="283464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老师 · 有全楼钥匙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690208" y="3520440"/>
            <a:ext cx="45870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运行操作系统内核
✓ 能直接操作任何硬件
✓ 管理内存、调度进程
✗ 出错影响整个系统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怎么切换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1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状态怎么切换?——系统调用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用户态程序不能自己“跳”进内核态,必须通过 CPU 提供的一条特殊指令主动“打报告”,这就是系统调用(system call)。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880360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用户态运行中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162495" y="28803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学生在教室做作业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169768" y="3538728"/>
            <a:ext cx="5852160" cy="457200"/>
          </a:xfrm>
          <a:prstGeom prst="roundRect">
            <a:avLst>
              <a:gd name="adj" fmla="val 50000"/>
            </a:avLst>
          </a:prstGeom>
          <a:solidFill>
            <a:srgbClr val="FBE9CF"/>
          </a:solidFill>
          <a:ln w="19050">
            <a:solidFill>
              <a:srgbClr val="F2A541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3169768" y="353872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7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 指令 → “打报告”,陷入内核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" y="4087368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0B1E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87368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内核态处理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162495" y="40873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老师去配电房处理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169768" y="4745736"/>
            <a:ext cx="5852160" cy="457200"/>
          </a:xfrm>
          <a:prstGeom prst="roundRect">
            <a:avLst>
              <a:gd name="adj" fmla="val 50000"/>
            </a:avLst>
          </a:prstGeom>
          <a:solidFill>
            <a:srgbClr val="FBE9CF"/>
          </a:solidFill>
          <a:ln w="19050">
            <a:solidFill>
              <a:srgbClr val="F2A54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3169768" y="474573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7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ertn 指令 → 处理完,返回用户态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294376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用户态继续运行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162495" y="529437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学生继续做作业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异常和中断(比如按键)也会强制切到内核态,不只是主动“打报告”。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举例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举例:一次 write() 里的状态切换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用户态:调用 write(fd, buf, len)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162495" y="18745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学生:“我想往外发消息”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3288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触发 syscall,陷入内核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916936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1622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916936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内核态:handle_syscall 找到 sys_write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162495" y="29169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dirty="0">
                <a:solidFill>
                  <a:srgbClr val="F2C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老师:“知道了,我来处理”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75304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内核直接操作硬件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48640" y="3959352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1622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959352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内核态:逐字节写入 UART 寄存器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162495" y="39593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dirty="0">
                <a:solidFill>
                  <a:srgbClr val="F2C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老师亲自去配电房操作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1772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执行 ertn,退出内核态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48640" y="5001768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1622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001768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用户态:拿到返回值,继续往下跑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162495" y="50017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学生:“好,继续做作业”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309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6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同一段流程,从“特权级切换”的角度再看一遍,帮助把代码和概念对上号。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小结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小结与思考题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622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用户态:受限但安全,像在教室里的学生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622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8346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内核态:权限最高但责任也最大,像有全楼钥匙的老师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622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7490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两者之间靠系统调用(syscall/ertn)切换,异常和中断也会触发切换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16222E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868680" y="4846320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思考题:如果用户态程序可以随便读写任意内存地址,会发生什么问题?你能举一个“权限没管好”导致系统出问题的例子吗?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</Words>
  <Application>Microsoft Office PowerPoint</Application>
  <PresentationFormat>宽屏</PresentationFormat>
  <Paragraphs>95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用户态与内核态科普</dc:title>
  <dc:subject>PptxGenJS Presentation</dc:subject>
  <dc:creator>PptxGenJS</dc:creator>
  <cp:lastModifiedBy>xin cai</cp:lastModifiedBy>
  <cp:revision>1</cp:revision>
  <dcterms:created xsi:type="dcterms:W3CDTF">2026-09-21T14:03:06Z</dcterms:created>
  <dcterms:modified xsi:type="dcterms:W3CDTF">2026-09-23T07:52:20Z</dcterms:modified>
</cp:coreProperties>
</file>