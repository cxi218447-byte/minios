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异常与中断处理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5E0"/>
                </a:solidFill>
                <a:latin typeface="Microsoft YaHei"/>
              </a:rPr>
              <a:t>读懂 exception_entry，建立异常/中断的最小概念模型——理论部分收官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建议检查点：10-trap-irq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LoongArch 汇编 · miniOS 课程  |  正文字号 ≥ 24 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本课怎么来的？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合并原异常入口/异常上下文 + 中断基础与定时器理论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课程定位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第1–9次课：主动执行的代码流（调用/循环/系统调用都是“我方发起”）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第10次课：代码流可能被“打断”——同步异常 vs 异步中断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本课是全课程理论部分的收官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第11–12次课起不再引入新理论，只巩固、整理与迁移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说明异常与普通函数调用的差异；解释 csrrd/csrwr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逐条讲解 exception_entry 栈帧与 ertn（不是 jr $ra）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用表格对比异常与中断：触发方式、可屏蔽性、教学重点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说明中断使能/屏蔽/中断源/处理程序/清源的关系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理解为何异步中断需要更完整的现场保存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讲述定时器 tick 故事线（不要求本课上机实现）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课前准备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669280"/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复习/打开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关联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boot/start.S / kernel/exception.c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本课主战场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第6次课栈帧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exception_entry 是非叶子函数的变体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第9次课“中断里 printk 可能重入”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并发讨论的铺垫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三条路径对比：调用 / 异常 / 中断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3200400"/>
                <a:gridCol w="3200400"/>
              </a:tblGrid>
              <a:tr h="73152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普通调用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异常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中断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硬件跳到 EENTRY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硬件跳到 EENTRY（同一体系）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触发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主动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执行流同步检测到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外设异步通知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返回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jr $ra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ertn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ertn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现场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约定保存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主动保存更多状态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通常保存得更多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exception_entry 精读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读懂第一版最小骨架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exception_entry（第10次课最小版）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exception_entry: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addi.d  $sp, $sp, -32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$ra, $sp, 24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csrrd   $a0, 0x5     # ESTAT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csrrd   $a1, 0x6     # ERA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bl      exception_handler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csrwr   $a0, 0x6     # 写回 ERA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ld.d    $ra, $sp, 24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addi.d  $sp, $sp, 32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ertn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逐条讲解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伸栈并保存 $ra：准备 bl 到 C，与第6次课非叶子函数同构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csrrd：读控制状态寄存器到通用寄存器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参数：$a0=ESTAT，$a1=ERA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exception_handler 有返回值：新的 ERA，用 csrwr 写回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恢复后 ertn：异常返回；不要与 jr $ra 混为一谈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exception_init / exception_handler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void exception_init(void)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unsigned long entry = (unsigned long)exception_entry;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__asm__ volatile("csrwr %0, 0xc" : : "r"(entry) : "memory");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unsigned long exception_handler(unsigned long estat, unsigned long era)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printk("[exception] ESTAT=0x"); printk_hex(estat);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printk(" ERA=0x"); printk_hex(era);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printk("\n");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return era + 4;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CSR 速查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429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040880"/>
              </a:tblGrid>
              <a:tr h="7162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CSR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CRMD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当前模式/全局中断使能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ECFG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各中断源的局部使能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ESTAT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异常/中断状态与原因（Ecode）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异常返回地址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84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异常入口地址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教学原则：先看见，再谈策略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CSR 0xc：EENTRY，不设置则异常到来时“无处可去”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exception_handler 先只做一件事：打印 ESTAT/ERA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恢复、分类处理、杀死上下文等，都是“看见”之后的下一步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中断：概念对照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从同步异常引出异步中断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中断概念对照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429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412480"/>
              </a:tblGrid>
              <a:tr h="7162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概念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教学说明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中断源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定时器、UART 收等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中断使能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总开关 + 分源开关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中断入口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与异常向量体系相关（LoongArch 共享 EENTRY）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上半部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入口尽快做完关键事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84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清源/应答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避免同一中断反复进入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异常 vs 中断（课堂表）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206240"/>
              </a:tblGrid>
              <a:tr h="75438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异常（第10次课）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中断（第10/11次课）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典型触发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执行流同步检测到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外设异步通知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可屏蔽性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视类型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常可屏蔽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教学重点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ESTAT/ERA、ertn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使能、清源、并发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中断入口骨架（示意，比 exception_entry 更重）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interrupt_entry: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addi.d  $sp, $sp, -256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$ra, $sp, 0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$a0, $sp, 8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# ... 保存需要的寄存器 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bl      interrupt_handler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# ... 恢复 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addi.d  $sp, $sp, 256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ertn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异步入口不能假设调用约定现场仍完整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保存集合通常大于教学用 exception_entry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数字 256 不重要，“主动保存会被破坏的状态”才重要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预告：第11次课会把这个想法落到真代码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LoongArch 的异常和中断实际共享同一个 EENTRY，不是两个入口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真正做法：把 exception_entry 原地升级为保存全部 caller-saved 寄存器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（$ra + $a0-$a7 + $t0-$t8，144字节）——下次课见分晓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定时器最小故事线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概念铺垫，上机留到第11次课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定时器故事线四步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090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93595" y="2057400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359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63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Microsoft YaHei"/>
              </a:rPr>
              <a:t>配置周期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63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写 TCFG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34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838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1075" y="2057400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107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811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Microsoft YaHei"/>
              </a:rPr>
              <a:t>使能中断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ECFG+CRMD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582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555" y="2057400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55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59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Microsoft YaHei"/>
              </a:rPr>
              <a:t>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59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ticks++/清源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330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34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6035" y="2057400"/>
            <a:ext cx="512064" cy="512064"/>
          </a:xfrm>
          <a:prstGeom prst="ellipse">
            <a:avLst/>
          </a:prstGeom>
          <a:solidFill>
            <a:srgbClr val="B8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603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07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5F22"/>
                </a:solidFill>
                <a:latin typeface="Microsoft YaHei"/>
              </a:rPr>
              <a:t>等待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307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主循环 idle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与 .bss 的连接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ticks 若为全局未初始化变量，必须保证 .bss 已清零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回看第2次课：clear_bss 是这一切的前提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如果忘记 clear_bss，ticks 初值可能是垃圾值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并发与临界区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主循环与中断同时写 UART → 字符交错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短时间关中断保护共享数据（教学点到，不要求本课实现锁）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预告：第11次课 timer_stop() 就是一种“关闭中断线”的操作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真实踩坑：break 的 ERA 指向哪里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这不是书本示例，是本课程真实调试出来的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第一步：用 break 主动触发异常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exception_init();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__asm__ volatile("break 0");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printk("resumed after break\n");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break：软件断点异常，不是硬件故障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预期：打印一次 ESTAT/ERA，然后正常往下走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第一次实测：死循环了！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[exception] ESTAT=0xc0000 ERA=0x20079c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[exception] ESTAT=0xc0000 ERA=0x20079c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[exception] ESTAT=0xc0000 ERA=0x20079c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... (一直重复)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ESTAT=0xc0000：Ecode=0xC，确认是 BRK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ERA 每次都一样，说明 ertn 又跳回了同一条指令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分析：ERA 指向触发指令本身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break 是软件主动触发的“精确异常”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ERA 指向触发 break 的那条指令本身，不是下一条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ertn 原样跳回 ERA，于是又执行了一次 break，又异常，无限循环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修复（一）：handler 返回 era+4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unsigned long exception_handler(unsigned long estat,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                        unsigned long era)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return era + 4;   /* 跳过触发指令本身 */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修复（二）：entry 写回 CSR.ERA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bl      exception_handler   /* 返回值 $a0 = 新 ERA */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csrwr   $a0, 0x6             /* 写回 ERA，供 ertn 使用 */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不写回的话，ertn 还是用旧的 CSR.ERA，改了返回值也没用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第二次实测：正确了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exception_init: EENTRY set to exception_entry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[exception] ESTAT=0xc0000 ERA=0x200798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resumed after break: ertn returned control here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week10-trap-irq check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只触发一次，正常往下执行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这个教训直接写进了第10次课实验指导书的踩坑题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ESTAT.Ecode 常见取值（教学摘录）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本课实测 ESTAT=0xc0000，(0xc0000&gt;&gt;16)&amp;0x3f = 0xC，正是 BRK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47088"/>
          <a:ext cx="11155680" cy="429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869680"/>
              </a:tblGrid>
              <a:tr h="7162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Ecode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INT：中断（第11次课主角）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ADE：地址错误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ALE：地址不对齐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SYS：系统调用（syscall 指令）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84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BRK：断点（本课 break 0 demo 命中的就是它）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为什么选 break 而不是真的制造一次内存错误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break 是“安全”的异常——不会破坏内存或寄存器状态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可控、可重复：适合课堂反复演示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真实的地址错误（ADE/ALE）留给学生课后自己小心尝试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Demo 与实验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从踩坑故事到自己动手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课堂 Demo 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调用 exception_init，按课堂安全方案触发可控异常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串口观察 ESTAT/ERA 打印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对照异常/中断两条入口骨架，圈出“多存了什么”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A + 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A：给 exception_entry 填“指令→影响”表；回答为什么最终是 ertn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B：完成“异常 vs 中断”对照表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C +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C：设计 ticks 变量与打印策略，伪代码即可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D（选做）：扩展打印更多 CSR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AI 共学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允许解释 CSR 含义摘要、整理中断概念图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编号/寄存器地址必须以讲义/手册为准，不得凭空编造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思考与拓展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处理函数里再次触发异常会怎样？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ERA 与 $ra 各服务哪条路径？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为什么中断处理要尽量短？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中断与 syscall（第9次课）如何共同构成 OS 的“两扇门”？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板书总结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090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93595" y="2057400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359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63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Microsoft YaHei"/>
              </a:rPr>
              <a:t>EENTRY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63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存ra csrrd bl handler ertn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34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838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1075" y="2057400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107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811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Microsoft YaHei"/>
              </a:rPr>
              <a:t>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更重的现场保存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582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555" y="2057400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55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59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Microsoft YaHei"/>
              </a:rPr>
              <a:t>tick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59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配置/使能/计数/打印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330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34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6035" y="2057400"/>
            <a:ext cx="512064" cy="512064"/>
          </a:xfrm>
          <a:prstGeom prst="ellipse">
            <a:avLst/>
          </a:prstGeom>
          <a:solidFill>
            <a:srgbClr val="B8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603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07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5F22"/>
                </a:solidFill>
                <a:latin typeface="Microsoft YaHei"/>
              </a:rPr>
              <a:t>收官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307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理论到此为止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常见故障速查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126480"/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处理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异常触发后死循环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检查 handler 是否返回了正确的新 ERA，entry 是否写回 CSR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GDB 无法进入 exception_handler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确认 exception_init 是否在触发异常前调用过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打印乱码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确认 printk_hex 的实现与调用参数类型一致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课堂小测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问：exception_entry 里，csrwr $a0, 0x6 这一行如果删掉会怎样？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答：CSR.ERA 还停留在旧值，ertn 后会跳回错误地址——课堂已实测演示过这个现象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10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本节收束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exception_entry：存ra → csrrd → bl handler → csrwr写回ERA → ertn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break 的 ERA 指向触发指令本身——这是真实踩坑得出的结论，不是书本抄的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异常与中断共享同一入口，靠 Ecode 区分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理论部分到此收官；第11次课起全部上机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