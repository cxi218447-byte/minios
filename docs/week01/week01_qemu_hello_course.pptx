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868680"/>
            <a:ext cx="10789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22252B"/>
                </a:solidFill>
                <a:latin typeface="Microsoft YaHei"/>
              </a:rPr>
              <a:t>第 1 周：从 0 启动一个 LoongArch miniOS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719072"/>
            <a:ext cx="10515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C53A0"/>
                </a:solidFill>
                <a:latin typeface="Microsoft YaHei"/>
              </a:rPr>
              <a:t>单次连堂课：从为什么学汇编到 QEMU Hello miniOS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22252B"/>
                </a:solidFill>
                <a:latin typeface="Microsoft YaHei"/>
              </a:rPr>
              <a:t>对象：已系统学习 C 语言的大二计算机类学生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7044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370"/>
                </a:solidFill>
                <a:latin typeface="Microsoft YaHei"/>
              </a:rPr>
              <a:t>实验以本仓库 miniOS 代码与 docs/week01_qemu_hello.md 为准。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本次课安排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四节课内容压缩进一次连堂课，按板块推进。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1074420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549640"/>
              </a:tblGrid>
              <a:tr h="6477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板块</a:t>
                      </a:r>
                    </a:p>
                  </a:txBody>
                  <a:tcPr>
                    <a:solidFill>
                      <a:srgbClr val="1C53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1C53A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板块一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为什么学习汇编：C 语言经验如何连接到 CPU 执行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板块二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LoongArch 最小知识包：寄存器、指令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板块三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从 C 到可执行文件：编译链接、Makefile 语法、操作系统做什么、裸机差异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板块四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QEMU Hello miniOS 实验：boot.S 详解与实际运行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收尾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本周边界、思考题与作业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9808" y="5989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370"/>
                </a:solidFill>
                <a:latin typeface="Microsoft YaHei"/>
              </a:rPr>
              <a:t>第一周不追求掌握全部指令，而是建立正确的底层执行模型。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从 C 代码到 CPU 执行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汇编课的目标不是背指令，而是看清 C 程序如何落到机器执行。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2148840"/>
            <a:ext cx="2240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313432"/>
            <a:ext cx="1947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A7E4E"/>
                </a:solidFill>
                <a:latin typeface="Microsoft YaHei"/>
              </a:rPr>
              <a:t>C 语言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06624"/>
            <a:ext cx="19110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变量
函数
循环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0088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35808" y="2148840"/>
            <a:ext cx="2240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82112" y="2313432"/>
            <a:ext cx="1947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C53A0"/>
                </a:solidFill>
                <a:latin typeface="Microsoft YaHei"/>
              </a:rPr>
              <a:t>汇编语言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706624"/>
            <a:ext cx="19110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寄存器
跳转
访存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58968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04688" y="2148840"/>
            <a:ext cx="2240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50992" y="2313432"/>
            <a:ext cx="1947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B85F22"/>
                </a:solidFill>
                <a:latin typeface="Microsoft YaHei"/>
              </a:rPr>
              <a:t>机器指令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706624"/>
            <a:ext cx="19110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二进制编码
CPU 取指执行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7848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2148840"/>
            <a:ext cx="2240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19872" y="2313432"/>
            <a:ext cx="1947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482"/>
                </a:solidFill>
                <a:latin typeface="Microsoft YaHei"/>
              </a:rPr>
              <a:t>硬件行为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706624"/>
            <a:ext cx="19110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运算
读写内存
访问外设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打个比方：CPU 是只懂机器语言的专家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CPU 就像一位只精通『机器语言』的专家，完全听不懂我们写的 C 语言。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编译器/汇编器就是翻译：先把 C 语言译成汇编语言——这是一份贴近专家表达习惯的逐句译稿。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汇编语言再被汇编器翻译成机器指令，这才是专家真正执行的语言，只剩 0 和 1。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我们学汇编，就是学会读懂这份『翻译中间稿』，看清 C 程序最终变成了什么。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用 C 语言经验理解汇编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C 里的变量：很多时候会临时放在寄存器或内存里。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C 里的 if / while：底层会变成比较和跳转指令。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C 里的函数调用：底层涉及参数寄存器、返回地址和栈。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C 里的指针：底层就是地址，访存指令按地址读写数据。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真实例子逐行拆解：add() 函数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这就是刚才『翻译』比喻里的翻译稿：C 函数被翻译成了这份汇编。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6035040" cy="4645152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200" b="0">
                <a:solidFill>
                  <a:srgbClr val="EEF1F6"/>
                </a:solidFill>
                <a:latin typeface="Consolas"/>
              </a:rPr>
              <a:t>int add(int a, int b)
{
    return a + b;
}
# 对应 LoongArch 汇编（-O0，教学示意）
add:
    addi.d  $sp, $sp, -16      # 开辟栈空间
    st.w    $a0, $sp, 12       # 参数 a 存入栈
    st.w    $a1, $sp, 8        # 参数 b 存入栈
    ld.w    $t0, $sp, 12       # 取回 a
    ld.w    $t1, $sp, 8        # 取回 b
    add.w   $a0, $t0, $t1      # 计算 a + b，结果放入返回值寄存器
    addi.d  $sp, $sp, 16       # 释放栈空间
    jirl    $zero, $ra, 0      # 返回调用者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691640"/>
            <a:ext cx="470916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2252B"/>
                </a:solidFill>
                <a:latin typeface="Microsoft YaHei"/>
              </a:rPr>
              <a:t>① $a0、$a1 是参数寄存器，对应 a、b——翻译稿里已经用上了『专家的方言』。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52B"/>
                </a:solidFill>
                <a:latin typeface="Microsoft YaHei"/>
              </a:rPr>
              <a:t>② 出现栈上存取是因为 -O0 未优化；优化后可能直接用寄存器完成，不落栈。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52B"/>
                </a:solidFill>
                <a:latin typeface="Microsoft YaHei"/>
              </a:rPr>
              <a:t>③ add.w 是唯一『做加法』的指令，其余都是数据搬运。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52B"/>
                </a:solidFill>
                <a:latin typeface="Microsoft YaHei"/>
              </a:rPr>
              <a:t>④ 返回值放在 $a0。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52B"/>
                </a:solidFill>
                <a:latin typeface="Microsoft YaHei"/>
              </a:rPr>
              <a:t>⑤ jirl $zero, $ra, 0 配合 $ra 完成函数返回。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52B"/>
                </a:solidFill>
                <a:latin typeface="Microsoft YaHei"/>
              </a:rPr>
              <a:t>教学示意汇编，非本机实测编译输出：本机未装 loongarch64-linux-gnu-gcc。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课堂活动：徒手推演 max()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任务：int max(int a, int b) { return a &gt; b ? a : b; }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独立思考：不写真实汇编语法，只用文字描述 CPU 需要做哪几步。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同桌讨论：重点讨论『比较』和『选择』在硬件层面可能对应什么动作。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抽 1-2 人口头说明，为板块二的分支跳转指令做铺垫。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LoongArch 通用寄存器最小表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第一周先认编号和常用 ABI 别名。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6984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920240"/>
                <a:gridCol w="2103120"/>
                <a:gridCol w="5440680"/>
              </a:tblGrid>
              <a:tr h="555171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>
                    <a:solidFill>
                      <a:srgbClr val="1C53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ABI 别名</a:t>
                      </a:r>
                    </a:p>
                  </a:txBody>
                  <a:tcPr>
                    <a:solidFill>
                      <a:srgbClr val="1C53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主要用途</a:t>
                      </a:r>
                    </a:p>
                  </a:txBody>
                  <a:tcPr>
                    <a:solidFill>
                      <a:srgbClr val="1C53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课堂说明</a:t>
                      </a:r>
                    </a:p>
                  </a:txBody>
                  <a:tcPr>
                    <a:solidFill>
                      <a:srgbClr val="1C53A0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r0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zero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常量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硬件恒为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返回地址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bl 调用函数时写入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r3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栈指针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进入 C 前必须设置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r4-r11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a0-a7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参数寄存器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函数参数，前两个也可作返回值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r12-r20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t0-t8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临时寄存器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短期计算常用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17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r22-r31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fp/s0-s9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保存寄存器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52B"/>
                          </a:solidFill>
                          <a:latin typeface="Microsoft YaHei"/>
                        </a:rPr>
                        <a:t>函数调用约定后续展开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8" y="5989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370"/>
                </a:solidFill>
                <a:latin typeface="Microsoft YaHei"/>
              </a:rPr>
              <a:t>讲解顺序：先用 r 编号建立硬件视角，再用 ABI 别名阅读源码。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打个比方：寄存器就像口袋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寄存器就像你随身衣服上的口袋：数量有限，但掏取速度最快。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内存就像一个大仓库：能装的东西多得多，但要跑一趟去取，明显更慢。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LoongArch 只有 32 个『口袋』（r0-r31），装不下的数据要临时存进『仓库』（内存/栈）。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这就是为什么 boot/start.S 一开始要先准备好『仓库入口』（设置 $sp 指向栈）——口袋不够用时才用得上它。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基础指令例子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先用 r 编号讲硬件动作，再映射到 ABI 别名；GNU 汇编器同时接受 $sp/$ra 这类别名，$sp 就是 r3。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1600200"/>
            <a:ext cx="10716768" cy="4645152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300" b="0">
                <a:solidFill>
                  <a:srgbClr val="EEF1F6"/>
                </a:solidFill>
                <a:latin typeface="Consolas"/>
              </a:rPr>
              <a:t>addi.d  r3, r3, -32       # sp = sp - 32
st.d    r1, r3, 24        # 保存 ra
ld.d    r1, r3, 24        # 恢复 ra
bne     r12, r0, L        # r12 != 0 时跳转
bl      func              # 调用函数，返回地址写入 r1/ra
jirl    r0, r1, 0         # 返回到 ra 指向的位置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编译流程，用到本实验里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第 1 周只需要说出每一步的作用。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2148840"/>
            <a:ext cx="2240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313432"/>
            <a:ext cx="1947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A7E4E"/>
                </a:solidFill>
                <a:latin typeface="Microsoft YaHei"/>
              </a:rPr>
              <a:t>.c/.S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06624"/>
            <a:ext cx="19110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源代码
C 和汇编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0088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35808" y="2148840"/>
            <a:ext cx="2240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82112" y="2313432"/>
            <a:ext cx="1947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C53A0"/>
                </a:solidFill>
                <a:latin typeface="Microsoft YaHei"/>
              </a:rPr>
              <a:t>编译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706624"/>
            <a:ext cx="19110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生成目标文件
处理 include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58968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04688" y="2148840"/>
            <a:ext cx="2240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50992" y="2313432"/>
            <a:ext cx="1947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B85F22"/>
                </a:solidFill>
                <a:latin typeface="Microsoft YaHei"/>
              </a:rPr>
              <a:t>链接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706624"/>
            <a:ext cx="19110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合成 ELF
确定地址入口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7848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2148840"/>
            <a:ext cx="2240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19872" y="2313432"/>
            <a:ext cx="1947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482"/>
                </a:solidFill>
                <a:latin typeface="Microsoft YaHei"/>
              </a:rPr>
              <a:t>QEMU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706624"/>
            <a:ext cx="19110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加载内核
开始执行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Makefile 语法速览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先认识目标/依赖/命令三段式，再看本项目 Makefile 是怎么用这些语法的。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1600200"/>
            <a:ext cx="10716768" cy="4645152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200" b="0">
                <a:solidFill>
                  <a:srgbClr val="EEF1F6"/>
                </a:solidFill>
                <a:latin typeface="Consolas"/>
              </a:rPr>
              <a:t># Makefile 最小语法结构（通用示例，不是本项目代码）
目标: 依赖1 依赖2
	命令              # 命令前必须是 Tab，不能是空格
# 例子：把 hello.c 编译成 hello.o
hello.o: hello.c
	gcc -c hello.c -o hello.o
CC := gcc            # := 立即展开赋值
CFLAGS ?= -Wall       # ?= 只在变量还没被设置时才赋值
.PHONY: clean         # 声明伪目标，clean 不是一个真实文件
clean:
	rm -f *.o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Makefile 的核心含义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不能用宿主机 x86_64 gcc 冒充 LoongArch 工具链。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1600200"/>
            <a:ext cx="10716768" cy="4645152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300" b="0">
                <a:solidFill>
                  <a:srgbClr val="EEF1F6"/>
                </a:solidFill>
                <a:latin typeface="Consolas"/>
              </a:rPr>
              <a:t>CROSS_COMPILE ?= loongarch64-linux-gnu-
CC      := $(CROSS_COMPILE)gcc
OBJCOPY := $(CROSS_COMPILE)objcopy
QEMU    ?= qemu-system-loongarch64
TARGET  := build/minios.elf
LDFLAGS := -T kernel/linker.ld -nostdlib -static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链接脚本先讲三件事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入口是谁、从哪个地址开始、各类内容放在哪里。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1600200"/>
            <a:ext cx="10716768" cy="4645152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300" b="0">
                <a:solidFill>
                  <a:srgbClr val="EEF1F6"/>
                </a:solidFill>
                <a:latin typeface="Consolas"/>
              </a:rPr>
              <a:t>ENTRY(_start)
SECTIONS
{
    . = 0x9000000000200000;
    .text : { *(.text.boot) *(.text*) }
    .rodata : { *(.rodata*) }
    .data : { *(.data*) }
    .bss : { *(.bss*) *(COMMON) }
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操作系统平时帮你做了什么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普通 C 程序能“写完就跑”，全靠操作系统在背后先把环境搭好。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帮你把程序加载到内存、分配好栈和堆，你的 C 代码打开就能跑。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帮你管理多个程序同时运行（进程调度），你不用关心 CPU 什么时候轮到你。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帮你把 printf、malloc 这些函数背后的系统调用接好，你才能直接调用。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帮你管理磁盘文件、网络、显示器这些硬件，你只需要调用统一的接口。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普通程序和裸机程序的启动差异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普通 Linux 程序：操作系统和 C 运行库准备运行环境。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miniOS 裸机程序：没有 libc，没有操作系统帮忙调用 main。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所以我们需要 _start、栈、链接脚本和串口输出。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这正是第 1 周 Hello miniOS 的教学价值。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第 1 周核心文件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boot/start.S：启动入口，设置栈，跳转 kernel_main。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kernel/linker.ld：规定入口地址和段布局。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kernel/main.c：C 语言内核入口，调用 printk。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kernel/printk.c：最小字符串输出。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include/printk.h、include/uart.h：函数原型和 UART 地址。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Makefile：编译、运行和清理命令。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boot/start.S 主路径逐行讲解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这是 miniOS 里真实的 boot/start.S 主路径，不是教学示意代码。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6035040" cy="4645152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/>
            <a:r>
              <a:rPr sz="1200" b="0">
                <a:solidFill>
                  <a:srgbClr val="EEF1F6"/>
                </a:solidFill>
                <a:latin typeface="Consolas"/>
              </a:rPr>
              <a:t>    .section .text.boot, "ax"
    .globl _start
_start:
    # 设置内核栈，$sp 是 r3 的 ABI 别名
    la.global   $sp, boot_stack_top
    # 进入 C 语言内核主函数
    bl          kernel_main
halt:
    idle        0
    b           halt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691640"/>
            <a:ext cx="470916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2252B"/>
                </a:solidFill>
                <a:latin typeface="Microsoft YaHei"/>
              </a:rPr>
              <a:t>① .section .text.boot 把这段代码放到链接脚本指定的启动区域，保证它在最前面。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52B"/>
                </a:solidFill>
                <a:latin typeface="Microsoft YaHei"/>
              </a:rPr>
              <a:t>② .globl _start 让链接器能找到这个入口符号，对应链接脚本里的 ENTRY(_start)。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52B"/>
                </a:solidFill>
                <a:latin typeface="Microsoft YaHei"/>
              </a:rPr>
              <a:t>③ la.global $sp, boot_stack_top：CPU 上电后 $sp 是垃圾值，必须先指向预留的栈顶。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52B"/>
                </a:solidFill>
                <a:latin typeface="Microsoft YaHei"/>
              </a:rPr>
              <a:t>④ bl kernel_main：调用 C 函数，同时把返回地址写入 $ra——但 kernel_main 不会返回。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52B"/>
                </a:solidFill>
                <a:latin typeface="Microsoft YaHei"/>
              </a:rPr>
              <a:t>⑤ halt 循环：防止 kernel_main 意外返回后，CPU 从未知内存继续取指执行。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建议第 1 周使用的最小 kernel_main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当前 master 有第 2 周检查代码；课堂先抽出这条最小路径。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1600200"/>
            <a:ext cx="10716768" cy="4645152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300" b="0">
                <a:solidFill>
                  <a:srgbClr val="EEF1F6"/>
                </a:solidFill>
                <a:latin typeface="Consolas"/>
              </a:rPr>
              <a:t>#include "printk.h"
void kernel_main(void)
{
    printk("Hello miniOS on LoongArch64\n");
    while (1) {
        __asm__ volatile("idle 0");
    }
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printk 到 UART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UART0_BASE 是 QEMU virt 平台地址，不代表 2K0300 开发板地址。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1600200"/>
            <a:ext cx="10716768" cy="4645152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300" b="0">
                <a:solidFill>
                  <a:srgbClr val="EEF1F6"/>
                </a:solidFill>
                <a:latin typeface="Consolas"/>
              </a:rPr>
              <a:t>void uart_putc(char ch)
{
    volatile unsigned char *uart =
        (volatile unsigned char *)UART0_BASE;
    *uart = (unsigned char)ch;
}
void printk(const char *s)
{
    while (*s) {
        uart_putc(*s++);
    }
}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打个比方：一场接力赛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对照下一页的流程图和文字版逐步说明，这里先建立直观印象。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QEMU 是裁判员：把 minios.elf 放上起跑线（加载进内存），鸣枪示意从入口地址开始（CPU 取指）。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_start 是第一棒选手：上场先系好鞋带（设置 $sp 指向栈），再把接力棒交给下一棒（bl kernel_main）。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kernel_main 是第二棒主力选手：真正跑出比赛内容（调用 printk）。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printk/uart_putc 是选手把成绩喊给场边记录员（把字节写进 UART0_BASE 寄存器）。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QEMU 终端是记分牌：把喊出的成绩显示给所有观众看（终端里出现 Hello miniOS）。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halt 循环是比赛结束后运动员原地休息——裸机没有『下一场』可跑，不会返回。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第 1 周最小运行链路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这条链路跑通，才进入第 2 周。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2148840"/>
            <a:ext cx="1993392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313432"/>
            <a:ext cx="17007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C53A0"/>
                </a:solidFill>
                <a:latin typeface="Microsoft YaHei"/>
              </a:rPr>
              <a:t>make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06624"/>
            <a:ext cx="16642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交叉编译
生成 ELF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2148840"/>
            <a:ext cx="1993392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35224" y="2313432"/>
            <a:ext cx="17007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482"/>
                </a:solidFill>
                <a:latin typeface="Microsoft YaHei"/>
              </a:rPr>
              <a:t>QEMU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2706624"/>
            <a:ext cx="16642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模拟 virt
加载内核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65192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10912" y="2148840"/>
            <a:ext cx="1993392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57216" y="2313432"/>
            <a:ext cx="17007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B85F22"/>
                </a:solidFill>
                <a:latin typeface="Microsoft YaHei"/>
              </a:rPr>
              <a:t>_start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5504" y="2706624"/>
            <a:ext cx="16642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设置 sp
调用 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87184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2904" y="2148840"/>
            <a:ext cx="1993392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9208" y="2313432"/>
            <a:ext cx="17007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A7E4E"/>
                </a:solidFill>
                <a:latin typeface="Microsoft YaHei"/>
              </a:rPr>
              <a:t>kernel_main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7496" y="2706624"/>
            <a:ext cx="16642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调用 printk
输出字符串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274320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B6370"/>
                </a:solidFill>
                <a:latin typeface="Microsoft YaHe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54896" y="2148840"/>
            <a:ext cx="1993392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0" y="2313432"/>
            <a:ext cx="17007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A44440"/>
                </a:solidFill>
                <a:latin typeface="Microsoft YaHei"/>
              </a:rPr>
              <a:t>UART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9488" y="2706624"/>
            <a:ext cx="16642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52B"/>
                </a:solidFill>
                <a:latin typeface="Microsoft YaHei"/>
              </a:rPr>
              <a:t>终端显示
Hello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裸机启动逐步说明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对照上一页的流程图，这里是文字版逐步说明。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① QEMU 把 build/minios.elf 加载进虚拟内存，按 ELF 头找到入口地址。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② CPU 从入口地址（_start）取出第一条指令开始执行，此时还没有任何 C 环境。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③ _start 把 $sp 指向预留的栈空间——没有这一步，C 函数完全不能用。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④ bl kernel_main 跳转进 C 代码，从这里开始才是我们熟悉的 C 语言世界。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⑤ kernel_main 调用 printk，printk 逐字符调用 uart_putc。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⑥ uart_putc 直接向 UART0_BASE 这个内存地址写字节——这不是普通内存，是外设寄存器。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⑦ QEMU 把这次写操作翻译成终端输出，我们才看到 Hello miniOS。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⑧ kernel_main 结束后代码进入 halt 死循环，因为裸机没有“返回到操作系统”这回事。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板块四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实验命令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370"/>
                </a:solidFill>
                <a:latin typeface="Microsoft YaHei"/>
              </a:rPr>
              <a:t>预期串口输出：Hello miniOS on LoongArch64。未执行过 make run 就不能写“已通过”，工具链缺失要记录“未执行”和失败原因。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1600200"/>
            <a:ext cx="10716768" cy="4645152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46304"/>
          <a:lstStyle/>
          <a:p>
            <a:pPr algn="ctr"/>
            <a:r>
              <a:rPr sz="1300" b="0">
                <a:solidFill>
                  <a:srgbClr val="EEF1F6"/>
                </a:solidFill>
                <a:latin typeface="Consolas"/>
              </a:rPr>
              <a:t># 环境检查
sh scripts/check-env.sh
# 编译
make clean
make
# 运行
make run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本周边界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不讲完整操作系统，不讲进程、文件系统、虚拟内存。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不直接适配 2K0300 开发板。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不把未实测结果写成已通过——工具链缺失就记录“未执行”。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当前 master 已包含第 2 周 .data/.bss 检查代码和 clear_bss，第 1 周课堂只讲 Hello 链路，这部分下周展开。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lib/string.S、kernel/exception.c、kernel/syscall.c 属于后续周次铺垫，本周不展开。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AI 共学：可以让 AI 解释代码、画流程图，不允许让 AI 直接生成实验代码或代替写实验报告。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53A0"/>
                </a:solidFill>
                <a:latin typeface="Microsoft YaHe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2252B"/>
                </a:solidFill>
                <a:latin typeface="Microsoft YaHei"/>
              </a:rPr>
              <a:t>思考题与作业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53312"/>
            <a:ext cx="10927080" cy="18288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思考：CPU 第一条指令在哪里？为什么裸机程序不是从 main() 开始？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思考：为什么进入 C 函数前要设置 sp？为什么 miniOS 不能直接使用 printf？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22252B"/>
                </a:solidFill>
                <a:latin typeface="Microsoft YaHei"/>
              </a:rPr>
              <a:t>思考：为什么先 QEMU 再开发板？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作业：画出 miniOS 第 1 周执行路径图，把 Hello 字符串改成自己的姓名和学号重新编译运行。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2252B"/>
                </a:solidFill>
                <a:latin typeface="Microsoft YaHei"/>
              </a:rPr>
              <a:t>作业：解释 boot/start.S 中 sp、bl、b、idle 的作用，提交环境检查结果和真实运行截图或日志。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