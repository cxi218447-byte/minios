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98" r:id="rId48"/>
    <p:sldId id="299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ableStyles" Target="tableStyles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 是什么：一份装配单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22376" y="20711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6" name="Image 0" descr="/home/claude/work/icons/inbox_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717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208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目标: 依赖  写清楚要做出什么，需要先有什么才能做。</a:t>
            </a:r>
            <a:r>
              <a:rPr lang="en-US" sz="2400" dirty="0">
                <a:solidFill>
                  <a:srgbClr val="1E293B"/>
                </a:solidFill>
              </a:rPr>
              <a:t/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22376" y="29855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0" name="Image 1" descr="/home/claude/work/icons/rout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861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9352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命令必须 Tab 缩进  写成空格缩进会直接报错，这是新手最容易踩的坑。</a:t>
            </a:r>
            <a:r>
              <a:rPr lang="en-US" sz="2400" dirty="0">
                <a:solidFill>
                  <a:srgbClr val="1E293B"/>
                </a:solidFill>
              </a:rPr>
              <a:t/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502920" y="37947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22376" y="38999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4" name="Image 2" descr="/home/claude/work/icons/repea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005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496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:= 和 ?=  := 是立刻赋值，?= 是只在变量还没被设置时才赋值。</a:t>
            </a:r>
            <a:r>
              <a:rPr lang="en-US" sz="2400" dirty="0">
                <a:solidFill>
                  <a:srgbClr val="1E293B"/>
                </a:solidFill>
              </a:rPr>
              <a:t/>
            </a:r>
            <a:endParaRPr lang="en-US" sz="2600" dirty="0"/>
          </a:p>
        </p:txBody>
      </p:sp>
      <p:sp>
        <p:nvSpPr>
          <p:cNvPr id="16" name="Shape 11"/>
          <p:cNvSpPr/>
          <p:nvPr/>
        </p:nvSpPr>
        <p:spPr>
          <a:xfrm>
            <a:off x="502920" y="4709160"/>
            <a:ext cx="11185855" cy="777240"/>
          </a:xfrm>
          <a:prstGeom prst="roundRect">
            <a:avLst>
              <a:gd name="adj" fmla="val 11765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722376" y="4814316"/>
            <a:ext cx="566928" cy="566928"/>
          </a:xfrm>
          <a:prstGeom prst="ellipse">
            <a:avLst/>
          </a:prstGeom>
          <a:solidFill>
            <a:srgbClr val="E0F2FE"/>
          </a:solidFill>
        </p:spPr>
        <p:txBody>
          <a:bodyPr/>
          <a:p/>
        </p:txBody>
      </p:sp>
      <p:pic>
        <p:nvPicPr>
          <p:cNvPr id="18" name="Image 3" descr="/home/claude/work/icons/mappi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149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764024"/>
            <a:ext cx="9923983" cy="6675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.PHONY  声明的目标不对应真实文件，每次执行都会重新跑一遍命令。</a:t>
            </a:r>
            <a:r>
              <a:rPr lang="en-US" sz="2400" dirty="0">
                <a:solidFill>
                  <a:srgbClr val="1E293B"/>
                </a:solidFill>
              </a:rPr>
              <a:t/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92608"/>
            <a:ext cx="11185855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85855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Makefile 语法速览（通用示例，不是本项目代码）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572768"/>
            <a:ext cx="11185855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先认识这份『装配单』的写法，再看下一页本项目 Makefile 怎么用它。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1186160" cy="2803525"/>
          </a:xfrm>
          <a:prstGeom prst="roundRect">
            <a:avLst>
              <a:gd name="adj" fmla="val 4225"/>
            </a:avLst>
          </a:prstGeom>
          <a:solidFill>
            <a:srgbClr val="0F172A"/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0664" y="2651760"/>
            <a:ext cx="118872" cy="118872"/>
          </a:xfrm>
          <a:prstGeom prst="ellipse">
            <a:avLst/>
          </a:prstGeom>
          <a:solidFill>
            <a:srgbClr val="FF5F56"/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60120" y="2651760"/>
            <a:ext cx="118872" cy="118872"/>
          </a:xfrm>
          <a:prstGeom prst="ellipse">
            <a:avLst/>
          </a:prstGeom>
          <a:solidFill>
            <a:srgbClr val="FFBD2E"/>
          </a:solidFill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9576" y="2651760"/>
            <a:ext cx="118872" cy="118872"/>
          </a:xfrm>
          <a:prstGeom prst="ellipse">
            <a:avLst/>
          </a:prstGeom>
          <a:solidFill>
            <a:srgbClr val="27C93F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2926080"/>
            <a:ext cx="10637215" cy="1615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目标: 依赖1 依赖2</a:t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命令              # 命令前必须是 Tab，不能是空格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hello.o: hello.c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gcc -c hello.c -o hello.o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CC := gcc            # := 立即展开赋值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CFLAGS ?= -Wall       # ?= 只在变量还没被设置时才赋值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/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.PHONY: clean         # 声明伪目标，clean 不是一个真实文件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clean:</a:t>
            </a:r>
            <a:endParaRPr lang="en-US" sz="2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	rm -f *.o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6154</Words>
  <Application>WPS 演示</Application>
  <PresentationFormat>On-screen Show (16:9)</PresentationFormat>
  <Paragraphs>585</Paragraphs>
  <Slides>41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蔡沂</cp:lastModifiedBy>
  <cp:revision>5</cp:revision>
  <dcterms:created xsi:type="dcterms:W3CDTF">2026-07-22T02:56:00Z</dcterms:created>
  <dcterms:modified xsi:type="dcterms:W3CDTF">2026-07-24T09:20:54Z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F1D9034852D848B58FACCBB895CF12C9_12</vt:lpwstr>
  </property>
</Properties>
</file>