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板级迁移 + 综合实验：从 miniOS 到 Agent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Microsoft YaHei"/>
              </a:rPr>
              <a:t>先把 miniOS 迁到龙芯 2K0300，再用 5-8 分钟讲清整门课主线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建议检查点：12-board-agent-demo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LoongArch 汇编 · miniOS 课程  |  正文字号 ≥ 24 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全课程最后一次课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4学时连排，不引入新理论，纯实验课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单元一（第1-2学时）：板级迁移——QEMU 快/可重复/易调试，板子有真实约束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移植不是重写 OS：保留启动逻辑/段模型/调用约定/分层，只替换平台相关层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单元二（第3-4学时）：综合展示——把移植经验并入全课程主线复盘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终局：从一条 la.global $sp 开始，得到最小系统软件底座，指向 Agent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教学目标（单元一）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填写 QEMU virt vs 2K0300 差异表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指出仓库中平台相关文件/宏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说明板级 UART 初始化与轮询发送的必要性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形成故障分层定位法（无输出/乱码/仅首字符/异常复位）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教学目标（单元二）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脱稿讲述全课程三阶段主线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完成综合 demo（三选一或组合）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现场讲解至少4类内容：启动路径/运算或访存/循环或调用/系统点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提出“若继续做 Agent OS，下一迭代3件事”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课前准备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复习/打开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关联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第9次课 UART 抽象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已并入本课单元一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第7次课链接地址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板级迁移要改的地方之一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第11次课服务地图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综合展示的素材来源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单元一：板级迁移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QEMU virt vs 龙芯 2K0300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差异表（课堂共填）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4297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7162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QEMU virt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2K0300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入口/装载地址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linker.ld 当前窗口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以板级为准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UART 基址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include/uart.h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SoC 映射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时钟/波特率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常可简化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通常必须 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调试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GDB stub 方便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串口日志+厂商工具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628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加载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-kernel ELF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厂商加载/Flash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不变的启动骨架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_start: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la.global $sp, boot_stack_top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  clear_bss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  kernel_main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halt: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idle     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         halt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算法骨架通常不变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变的是链接地址是否让这些符号落在正确窗口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排错顺序：是否执行到 _start → $sp → clear_bss → UART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UART 适配步骤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① 查基址、THR/LSR 偏移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② 需要则写 uart_init（分频、LCR 等）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③ uart_putc 改为等 TX 空再写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④ 再接 printk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轮询发送（板级更重要）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wait_tx: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ld.bu   $t1, $t0, LSR_OFF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andi    $t1, $t1, TX_EMPTY_MASK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beqz    $t1, wait_tx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st.b    $a0, $t0, THR_OFF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jr      $ra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综合第3-5、9次课能力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板子上没有 QEMU 那种“无脑写就能成功”的宽容度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故障分层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98079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先查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完全无输出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是否跑到 _start、加载、时钟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乱码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波特率/时钟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仅首字符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发送等待逻辑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输出后异常复位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异常未处理/看门狗等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单元一课堂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同一 kernel_main 在 QEMU 再跑一遍作对照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展示“只改平台文件”的目录策略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记录一次真实失败与修复（很有教学价值）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无板情况怎么办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本课不强制要求人手一块 2K0300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Task4 允许“完整模拟方案 + 风险分析”代替真实上板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模拟方案要点：写出你会改哪些文件、预期第一步会卡在哪、怎么验证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老师/助教有板子的小组可以现场演示，其余小组走模拟方案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单元一实验：Task 1-4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Task1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填写差异表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Task2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列出移植时优先改哪些文件/宏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Task3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写出排错顺序（对照故障分层表）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Task4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板端至少一字符或Hello；无板给模拟方案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单元二：综合展示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把整门课讲清楚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综合 demo 选题一览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7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955279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选题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A 启动与服务（稳健）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Hello + data/bss 自检；可选 sys_write 日志/异常打印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 板级迁移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QEMU 与 2K0300 对照；UART 适配要点；差异表讲解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 Agent Runtime 雏形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能力自检/心跳日志；依赖哪些内核服务；诚实列出缺口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选题 A 展开：启动与服务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最稳健的选择：直接复用第1-11次课已验收的 kernel_main 全链路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Hello -&gt; data/bss自检 -&gt; regs_alu -&gt; load_store -&gt; branch_loop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-&gt; stack_abi -&gt; libc_asm -&gt; sys_write -&gt; exception -&gt; timer_irq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适合还不熟悉板子、想稳妥拿到基本分的组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选题 B 展开：板级迁移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把单元一的移植经验讲成一个故事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重点讲“排错顺序”：怎么一步步定位到问题出在哪一层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适合真正上手过板子、有真实调试经历的组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选题 C 展开：Agent Runtime 雏形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在现有内核服务之上加一层“能力自检”或“心跳日志”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明确列出：这个雏形依赖哪些已有服务（sys_write？exception？）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诚实列出缺口：没有调度、没有隔离、没有持久存储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适合对 Agent OS 方向感兴趣、想往后延伸的组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终局必讲汇编：启动路径（应能脱稿）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_start: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la.global $sp, boot_stack_top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  clear_bss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  kernel_main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halt: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idle     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         halt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逐条回连课次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0408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指令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回连课次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la.global $sp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第1、3、4次课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bl clear_bss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第2、5、6次课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bl kernel_main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第1、6次课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idle /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另选一条深入（按选题）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clear_bss 循环（第2/5次课）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memset/strlen（第8次课）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exception_entry（第10/11次课）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UART st.b（第9次课）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单元二课堂组织建议（约90分钟）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4124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时段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0-15分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教师主线复盘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15-60分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分组完善demo（承接单元一移植成果）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60-80分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展示（每组约5分钟）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80-90分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点评与后续学习路径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验收量表（建议）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017520"/>
                <a:gridCol w="310896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合格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良好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优秀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主线叙述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能讲Hello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能串起基础回填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能接到Agent叙事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汇编讲解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3条关键指令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说清调用/循环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对照反汇编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运行证据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有真实输出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多场景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QEMU/板级对照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工程结构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可编译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边界清楚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有平台抽象意识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AI 共学与思考拓展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收官前的最后讨论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为什么本课没有新增源文件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板级迁移需要真实 2K0300 硬件，本课程环境无法验证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12-board-agent-demo 与第11次课复用同一代码状态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综合展示选题A直接复用已验收的 kernel_main 全链路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本课的“产出”是移植方案 + 讲述能力，不是新指令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选题A的真实运行证据（来自第11次课）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Hello miniOS on LoongArch64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week09-uart-syscall check done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#5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collected 5 timer ticks via interrupt, timer_stop() called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week11-irq-kernel-recap check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这不是编造的展示脚本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是本机 make run 真实产生的完整输出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选题A的学生可以直接拿这份记录做展示证据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课堂小测：这条指令回连哪次课？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指令/结构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回连课次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addi.d $sp, $sp, -N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第6次课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csrrd $a0, 0x5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第10次课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sys_write(1, buf, len)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第9次课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idle 0（等待中断）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第11次课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AI 共学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允许整理移植检查单、架构图与报告润色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地址切勿臆造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展示追问必须学生本人回答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思考与展望（一）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为什么先移植输出再移植中断？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直映地址与物理地址混淆如何排查？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思考与展望（二）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教学内核是否开 MMU 的利弊？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从 miniOS 到通用 OS，调度/地址空间/文件系统/驱动框架，哪一块最关键？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思考与展望（三）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Agent OS 若要运行不可信技能，最小隔离是什么？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你愿把哪个模块做成后续课程设计？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评分建议：从哪里区分优秀与合格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合格：能讲清 Hello 是怎么跑起来的，有真实输出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良好：能把基础回填（第3-6次课）串进讲述，运行证据覆盖多场景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优秀：能接到 Agent 叙事，对照反汇编/寄存器讲清细节，体现平台抽象意识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结束语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我们不是从 Hello 顺便学点汇编，而是先获得读写机器的能力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再把这种能力用于 miniOS，并指向智能体系统软件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看见每一条指令如何改变寄存器与内存，是系统能力的起点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附录：全课主线速查（12次课版）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65314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课次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关键词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_start / Hello / .data.bss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3-4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寄存器运算 / load-store / 浮点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5-6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分支循环 / bl栈帧约定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7-8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Makefile/linker/GDB / memset等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9-10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UART/sys_write / 异常入口理论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11-12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中断实验/服务整理 / 板级迁移综合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板书总结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096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4233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423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93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单元一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93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同骨架换平台层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712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3981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981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685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单元二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685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三阶段主线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456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46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3729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72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43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终局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43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读写机器-&gt;miniOS-&gt;Agent 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常见故障速查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264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处理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板端完全无输出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先确认是否跑到_start、加载方式、时钟配置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板端输出乱码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优先怀疑波特率/时钟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展示时忘了讲哪条指令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对照本课「终局必讲汇编」页复习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课后：如果继续做下去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板级：把选题B的迁移经验整理成给下一届学生的迁移指南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服务：给 sys_write 之外再加一个最小系统调用，练习“扩展而不破坏”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Agent：给选题C的雏形加一个最简单的调度尝试（哪怕只是轮询两个任务）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12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本节收束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板级迁移：保留骨架，只换平台相关层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综合展示：三阶段主线 + 4类现场讲解 + 真实运行证据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全课程 12 次课至此收官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读写机器的能力 → miniOS → 指向 Agent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