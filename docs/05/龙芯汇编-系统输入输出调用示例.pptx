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663440"/>
            <a:ext cx="2926080" cy="29260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龙芯汇编：调用系统输入输出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syscall 实现标准输入 / 输出的汇编代码示例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1475720" y="6355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355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系统调用约定：寄存器如何传参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寄存器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a7 (r11)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系统调用号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 – a6 (r4–r10)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系统调用的参数（最多 7 个）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syscall 0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触发陷入内核，执行系统调用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a0（返回后）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系统调用的返回值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约定与 Linux 通用 ABI 一致，便于对照内核实现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1475720" y="6355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11475720" y="6355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常用输入 / 输出系统调用号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56616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5943600"/>
              </a:tblGrid>
              <a:tr h="8915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调用号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名称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作用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sys_read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从文件描述符读取数据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sys_write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向文件描述符写入数据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sys_exit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结束当前程序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标准输入 fd = 0　　标准输出 fd = 1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1475720" y="6355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11475720" y="6355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示例一：向标准输出写入字符串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754880"/>
          </a:xfrm>
          <a:prstGeom prst="roundRect">
            <a:avLst>
              <a:gd name="adj" fmla="val 1538"/>
            </a:avLst>
          </a:prstGeom>
          <a:solidFill>
            <a:srgbClr val="141B45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10424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.data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msg: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.string "Hello, LoongArch!\n"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msg_len = . - msg - 1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.text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_start: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li.d     $a0, 1</a:t>
            </a:r>
            <a:pPr indent="0" marL="0">
              <a:lnSpc>
                <a:spcPct val="92000"/>
              </a:lnSpc>
              <a:buNone/>
            </a:pPr>
            <a:r>
              <a:rPr lang="en-US" sz="2400" i="1" dirty="0">
                <a:solidFill>
                  <a:srgbClr val="8FA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fd = 标准输出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la.local $a1, msg</a:t>
            </a:r>
            <a:pPr indent="0" marL="0">
              <a:lnSpc>
                <a:spcPct val="92000"/>
              </a:lnSpc>
              <a:buNone/>
            </a:pPr>
            <a:r>
              <a:rPr lang="en-US" sz="2400" i="1" dirty="0">
                <a:solidFill>
                  <a:srgbClr val="8FA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缓冲区地址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li.d     $a2, msg_len</a:t>
            </a:r>
            <a:pPr indent="0" marL="0">
              <a:lnSpc>
                <a:spcPct val="92000"/>
              </a:lnSpc>
              <a:buNone/>
            </a:pPr>
            <a:r>
              <a:rPr lang="en-US" sz="2400" i="1" dirty="0">
                <a:solidFill>
                  <a:srgbClr val="8FA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字符串长度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li.d     $a7, 64</a:t>
            </a:r>
            <a:pPr indent="0" marL="0">
              <a:lnSpc>
                <a:spcPct val="92000"/>
              </a:lnSpc>
              <a:buNone/>
            </a:pPr>
            <a:r>
              <a:rPr lang="en-US" sz="2400" i="1" dirty="0">
                <a:solidFill>
                  <a:srgbClr val="8FA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调用号 sys_write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syscall  0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355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示例一解析：参数是如何摆放的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093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9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54480"/>
            <a:ext cx="2834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 = 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554480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指定写入目标为标准输出（stdout）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87168"/>
            <a:ext cx="2834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 = msg 地址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487168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指向待输出字符串在内存中的位置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19856"/>
            <a:ext cx="2834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= msg_len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419856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告知内核需要写入的字节数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48640" y="4407408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352544"/>
            <a:ext cx="2834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a7 = 64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4352544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 sys_write 这个系统调用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48640" y="534009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340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285232"/>
            <a:ext cx="2834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syscall 0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5285232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陷入内核，由内核完成实际的输出动作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1475720" y="6355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1475720" y="6355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示例二：从标准输入读取数据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754880"/>
          </a:xfrm>
          <a:prstGeom prst="roundRect">
            <a:avLst>
              <a:gd name="adj" fmla="val 1538"/>
            </a:avLst>
          </a:prstGeom>
          <a:solidFill>
            <a:srgbClr val="141B45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10424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.bss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buf: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.space   128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.text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_start: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li.d     $a0, 0</a:t>
            </a:r>
            <a:pPr indent="0" marL="0">
              <a:lnSpc>
                <a:spcPct val="92000"/>
              </a:lnSpc>
              <a:buNone/>
            </a:pPr>
            <a:r>
              <a:rPr lang="en-US" sz="2400" i="1" dirty="0">
                <a:solidFill>
                  <a:srgbClr val="8FA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fd = 标准输入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la.local $a1, buf</a:t>
            </a:r>
            <a:pPr indent="0" marL="0">
              <a:lnSpc>
                <a:spcPct val="92000"/>
              </a:lnSpc>
              <a:buNone/>
            </a:pPr>
            <a:r>
              <a:rPr lang="en-US" sz="2400" i="1" dirty="0">
                <a:solidFill>
                  <a:srgbClr val="8FA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缓冲区地址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li.d     $a2, 128</a:t>
            </a:r>
            <a:pPr indent="0" marL="0">
              <a:lnSpc>
                <a:spcPct val="92000"/>
              </a:lnSpc>
              <a:buNone/>
            </a:pPr>
            <a:r>
              <a:rPr lang="en-US" sz="2400" i="1" dirty="0">
                <a:solidFill>
                  <a:srgbClr val="8FA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最多读取的字节数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li.d     $a7, 63</a:t>
            </a:r>
            <a:pPr indent="0" marL="0">
              <a:lnSpc>
                <a:spcPct val="92000"/>
              </a:lnSpc>
              <a:buNone/>
            </a:pPr>
            <a:r>
              <a:rPr lang="en-US" sz="2400" i="1" dirty="0">
                <a:solidFill>
                  <a:srgbClr val="8FA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调用号 sys_read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syscall  0</a:t>
            </a:r>
            <a:pPr indent="0" marL="0">
              <a:lnSpc>
                <a:spcPct val="92000"/>
              </a:lnSpc>
              <a:buNone/>
            </a:pPr>
            <a:r>
              <a:rPr lang="en-US" sz="2400" i="1" dirty="0">
                <a:solidFill>
                  <a:srgbClr val="8FA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# a0 = 实际读取的字节数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355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示例二解析：读取之后怎么办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4650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46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916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= 128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69164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缓冲区大小是调用前必须先确定好的参数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889504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9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346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返回值 a0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83464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读取成功后保存的是实际读到的字节数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403250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032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9776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下一步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97764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可将 a0 的值另存，作为后续 sys_write 的长度参数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读、写共享同一套调用约定，理解一次即可举一反三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475720" y="6355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11475720" y="6355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657600" cy="36576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332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▸"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存放系统调用号，a0–a6 依次存放参数</a:t>
            </a:r>
            <a:endParaRPr lang="en-US" sz="2400" dirty="0"/>
          </a:p>
          <a:p>
            <a:pPr marL="342900" indent="-342900">
              <a:spcAft>
                <a:spcPts val="2200"/>
              </a:spcAft>
              <a:buSzPct val="100000"/>
              <a:buChar char="▸"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 0 是唯一的陷入指令，触发内核处理 I/O</a:t>
            </a:r>
            <a:endParaRPr lang="en-US" sz="2400" dirty="0"/>
          </a:p>
          <a:p>
            <a:pPr marL="342900" indent="-342900">
              <a:spcAft>
                <a:spcPts val="2200"/>
              </a:spcAft>
              <a:buSzPct val="100000"/>
              <a:buChar char="▸"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返回值统一保存在 a0 中，读、写共用同一约定</a:t>
            </a:r>
            <a:endParaRPr lang="en-US" sz="2400" dirty="0"/>
          </a:p>
          <a:p>
            <a:pPr marL="342900" indent="-342900">
              <a:spcAft>
                <a:spcPts val="2200"/>
              </a:spcAft>
              <a:buSzPct val="100000"/>
              <a:buChar char="▸"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编写前先规划好寄存器映射，再逐条填充指令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355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2026-09-17T10:53:01Z</dcterms:created>
  <dcterms:modified xsi:type="dcterms:W3CDTF">2026-09-17T10:53:01Z</dcterms:modified>
</cp:coreProperties>
</file>