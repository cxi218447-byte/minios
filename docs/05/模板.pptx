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93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996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3291840" cy="502920"/>
          </a:xfrm>
          <a:prstGeom prst="roundRect">
            <a:avLst>
              <a:gd name="adj" fmla="val 49091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</a:t>
            </a:r>
            <a:r>
              <a:rPr lang="en-US" sz="2400" b="1" dirty="0" err="1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</a:t>
            </a:r>
            <a:r>
              <a:rPr lang="en-US" sz="2400" b="1" dirty="0">
                <a:solidFill>
                  <a:srgbClr val="0B1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058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课程导入 ·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分支循环指令基础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week05 · 分支、循环与汇编程序设计基础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4251960"/>
            <a:ext cx="32918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348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7D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本部分内容：课程定位、教学目标、课前准备、控制流指令、局部标号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· 课程定位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课程定位：从直线指令到结构化程序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zh-CN" alt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</a:t>
            </a:r>
            <a:r>
              <a:rPr lang="en-US" sz="2400" dirty="0" err="1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为止，学生能写直线指令序列。真实程序离不开“判断”和“重复</a:t>
            </a: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”——clear_bss 已是标准 while 结构，本课把它一般化为可复用的方法。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56616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  </a:t>
            </a: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10128" y="3977640"/>
            <a:ext cx="59436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356616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0A4A6E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2336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  </a:t>
            </a:r>
            <a:r>
              <a:rPr lang="en-US" sz="2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57200" y="502920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3EC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50292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  </a:t>
            </a:r>
            <a:r>
              <a:rPr lang="en-US" sz="2400" dirty="0">
                <a:solidFill>
                  <a:srgbClr val="3E4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310128" y="5440680"/>
            <a:ext cx="594360" cy="365760"/>
          </a:xfrm>
          <a:prstGeom prst="rightArrow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4023360" y="5029200"/>
            <a:ext cx="3657600" cy="1188720"/>
          </a:xfrm>
          <a:prstGeom prst="roundRect">
            <a:avLst>
              <a:gd name="adj" fmla="val 7692"/>
            </a:avLst>
          </a:prstGeom>
          <a:solidFill>
            <a:srgbClr val="0A4A6E"/>
          </a:solidFill>
          <a:ln/>
          <a:effectLst>
            <a:outerShdw blurRad="635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23360" y="502920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循环  </a:t>
            </a:r>
            <a:r>
              <a:rPr lang="en-US" sz="2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 + 回跳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229600" y="3566160"/>
            <a:ext cx="3502152" cy="2651760"/>
          </a:xfrm>
          <a:prstGeom prst="roundRect">
            <a:avLst>
              <a:gd name="adj" fmla="val 3448"/>
            </a:avLst>
          </a:prstGeom>
          <a:solidFill>
            <a:srgbClr val="EAF3F8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56616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A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关键联结
</a:t>
            </a: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clear_bss 已是标准</a:t>
            </a:r>
            <a:endParaRPr lang="en-US" sz="2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结构，本课一般化为通用方法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394960" cy="502920"/>
          </a:xfrm>
          <a:prstGeom prst="roundRect">
            <a:avLst>
              <a:gd name="adj" fmla="val 49091"/>
            </a:avLst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6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教学目标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8366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83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 b / beq / bne / beqz / bnez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57200" y="2679192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77977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7797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2679192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会把 if / while / for 译成汇编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8368" y="36758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6758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17320" y="3575304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会写字符串扫描骨架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57200" y="4471416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4572000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17320" y="4471416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方法：先画流程图，再写指令，再模拟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5367528"/>
            <a:ext cx="11247120" cy="768096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9EF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546811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54681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17320" y="5367528"/>
            <a:ext cx="10058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6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能指出死循环、漏更新、条件写反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046720" y="6355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 部分 / 4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A4A6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板书总结</a:t>
            </a:r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0B1E3B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517904"/>
            <a:ext cx="1036929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条件分支：beq / beqz / bnez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循环 = 判 + 体 + 步进 + 回跳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字符串：ld.bu → beqz → addi → 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方法：五问 + 流程图优先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2A54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FE8F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在本课骨架基础上，走向 strlen / uart_puts 的完整实现，并补上这次推迟的 LoongArch ABI 与调用约定。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171</Words>
  <Application>Microsoft Office PowerPoint</Application>
  <PresentationFormat>宽屏</PresentationFormat>
  <Paragraphs>39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Arial</vt:lpstr>
      <vt:lpstr>Calibri</vt:lpstr>
      <vt:lpstr>Cambria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xin cai</cp:lastModifiedBy>
  <cp:revision>4</cp:revision>
  <dcterms:created xsi:type="dcterms:W3CDTF">2026-08-27T09:25:41Z</dcterms:created>
  <dcterms:modified xsi:type="dcterms:W3CDTF">2026-09-17T06:15:28Z</dcterms:modified>
</cp:coreProperties>
</file>