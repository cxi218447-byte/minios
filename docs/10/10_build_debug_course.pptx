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</a:rPr>
              <a:t>构建、链接与调试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B8C5E0"/>
                </a:solidFill>
                <a:latin typeface="Microsoft YaHei"/>
              </a:rPr>
              <a:t>看懂源码到镜像的构建/链接链路，并能用 objdump/GDB 单步验证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Microsoft YaHei"/>
              </a:rPr>
              <a:t>建议检查点：07-build-debug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Microsoft YaHei"/>
              </a:rPr>
              <a:t>LoongArch 汇编 · miniOS 课程  |  正文字号 ≥ 24 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本课怎么来的？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4A525E"/>
                </a:solidFill>
                <a:latin typeface="Microsoft YaHei"/>
              </a:rPr>
              <a:t>合并原 Makefile/链接脚本/镜像结构 + GDB 调试与反汇编分析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Microsoft YaHei"/>
              </a:rPr>
              <a:t>讲完本页：学生应用自己的话复述核心目标。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两块内容为何合并成一次课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原第7次课：构建/链接——回答“它是怎么变成镜像的”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原第8次课：GDB/objdump——回答“它现在到底跑到哪了”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由 4 学时压缩为 2 学时：链接脚本决定符号和地址，GDB 就是拿这些符号地址去现场核对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一体两面，合并教学效率更高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教学目标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解释 CROSS_COMPILE/CFLAGS/LDFLAGS/SRCS_C/SRCS_S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读懂 ENTRY(_start)、KEEP(.text.boot)、__bss_start/__bss_end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区分 ELF（含符号/调试信息）与 raw binary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用 objdump -d/readelf -S/nm 定位 _start/clear_bss/kernel_main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用 make debug + GDB 观察 bl 前后 $ra 的变化，印证第 6 次课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课前准备命令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08760"/>
          <a:ext cx="111556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669280"/>
              </a:tblGrid>
              <a:tr h="73152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命令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目的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make clean &amp;&amp; make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拿到一份干净的构建产物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readelf -S build/minios.elf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查看段表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nm build/minios.elf | head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查看符号表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make debug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另开终端 gdb-multiarch 连接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构建链路总览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4A525E"/>
                </a:solidFill>
                <a:latin typeface="Microsoft YaHei"/>
              </a:rPr>
              <a:t>从 .c/.S 到能跑的镜像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Microsoft YaHei"/>
              </a:rPr>
              <a:t>讲完本页：学生应用自己的话复述核心目标。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构建链路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6583680" cy="4754880"/>
          </a:xfrm>
          <a:prstGeom prst="roundRect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/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.c / .S  --编译--&gt; .o  --链接 linker.ld--&gt; minios.elf --objcopy--&gt; minios.bin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                                          ^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                                     ENTRY(_start)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                                     __bss_start/end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50876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编译：每个 .c/.S 独立生成 .o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链接：linker.ld 把所有 .o 拼成一个 elf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objcopy：剥掉 ELF 元数据得到纯 bin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ENTRY/__bss_* 由链接脚本决定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从 make 到跑起来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0907" y="1874519"/>
            <a:ext cx="2377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93595" y="2057400"/>
            <a:ext cx="512064" cy="512064"/>
          </a:xfrm>
          <a:prstGeom prst="ellipse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93595" y="2130552"/>
            <a:ext cx="5120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0635" y="2788920"/>
            <a:ext cx="2157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C53A0"/>
                </a:solidFill>
                <a:latin typeface="Microsoft YaHei"/>
              </a:rPr>
              <a:t>gcc 编译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0635" y="3383280"/>
            <a:ext cx="21579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2252B"/>
                </a:solidFill>
                <a:latin typeface="Microsoft YaHei"/>
              </a:rPr>
              <a:t>.c/.S -&gt; .o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38347" y="30632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A525E"/>
                </a:solidFill>
                <a:latin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58387" y="1874519"/>
            <a:ext cx="2377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91075" y="2057400"/>
            <a:ext cx="512064" cy="512064"/>
          </a:xfrm>
          <a:prstGeom prst="ellipse">
            <a:avLst/>
          </a:prstGeom>
          <a:solidFill>
            <a:srgbClr val="00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1075" y="2130552"/>
            <a:ext cx="5120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8115" y="2788920"/>
            <a:ext cx="2157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7482"/>
                </a:solidFill>
                <a:latin typeface="Microsoft YaHei"/>
              </a:rPr>
              <a:t>ld 链接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8115" y="3383280"/>
            <a:ext cx="21579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2252B"/>
                </a:solidFill>
                <a:latin typeface="Microsoft YaHei"/>
              </a:rPr>
              <a:t>.o -&gt; .elf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5827" y="30632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A525E"/>
                </a:solidFill>
                <a:latin typeface="Microsoft Ya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5867" y="1874519"/>
            <a:ext cx="2377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555" y="2057400"/>
            <a:ext cx="512064" cy="512064"/>
          </a:xfrm>
          <a:prstGeom prst="ellipse">
            <a:avLst/>
          </a:prstGeom>
          <a:solidFill>
            <a:srgbClr val="2A7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555" y="2130552"/>
            <a:ext cx="5120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5595" y="2788920"/>
            <a:ext cx="2157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A7E4E"/>
                </a:solidFill>
                <a:latin typeface="Microsoft YaHei"/>
              </a:rPr>
              <a:t>objcopy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5595" y="3383280"/>
            <a:ext cx="21579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2252B"/>
                </a:solidFill>
                <a:latin typeface="Microsoft YaHei"/>
              </a:rPr>
              <a:t>.elf -&gt; .bin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3307" y="30632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A525E"/>
                </a:solidFill>
                <a:latin typeface="Microsoft YaHe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3347" y="1874519"/>
            <a:ext cx="2377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86035" y="2057400"/>
            <a:ext cx="512064" cy="512064"/>
          </a:xfrm>
          <a:prstGeom prst="ellipse">
            <a:avLst/>
          </a:prstGeom>
          <a:solidFill>
            <a:srgbClr val="B8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86035" y="2130552"/>
            <a:ext cx="5120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63075" y="2788920"/>
            <a:ext cx="2157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B85F22"/>
                </a:solidFill>
                <a:latin typeface="Microsoft YaHei"/>
              </a:rPr>
              <a:t>qemu -kernel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63075" y="3383280"/>
            <a:ext cx="21579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2252B"/>
                </a:solidFill>
                <a:latin typeface="Microsoft YaHei"/>
              </a:rPr>
              <a:t>加载运行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Makefile 变量地图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08760"/>
          <a:ext cx="11155679" cy="4297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498079"/>
              </a:tblGrid>
              <a:tr h="716279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变量/目标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作用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</a:tr>
              <a:tr h="716279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CROSS_COMPILE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loongarch64-linux-gnu- 前缀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6279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CFLAGS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-ffreestanding -nostdlib -mabi=lp64d -g ...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6279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LDFLAGS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-T kernel/linker.ld -static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6279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SRCS_C / SRCS_S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参与链接的源文件列表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6284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run / debug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QEMU -kernel；debug 加 -S -s 等 GDB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freestanding / nostdlib 是什么意思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不假设完整托管环境与默认 C 运行时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没有 libc：malloc/printf 等统统不能直接用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启动与库函数要自己提供——对应我们的 start.S、string.S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常见误区：以为 gcc 会自动链接标准库，结果符号缺失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当前 SRCS_C / SRCS_S（第1–11次课积累）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Microsoft YaHei"/>
              </a:rPr>
              <a:t>本课不新增文件，只是重新审视已有的这些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72768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47088"/>
          <a:ext cx="111556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669280"/>
              </a:tblGrid>
              <a:tr h="653142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文件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来自第几次课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kernel/main.c / printk.c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第1次课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kernel/syscall.c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第9次课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kernel/exception.c / irq.c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第10/11次课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lib/string.S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第2次课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lib/regs_alu.S / mem_fp.S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第3/4次课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lib/branch_loop.S / stack_abi.S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第5/6次课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链接脚本精读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4A525E"/>
                </a:solidFill>
                <a:latin typeface="Microsoft YaHei"/>
              </a:rPr>
              <a:t>kernel/linker.ld 逐条讲解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Microsoft YaHei"/>
              </a:rPr>
              <a:t>讲完本页：学生应用自己的话复述核心目标。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kernel/linker.ld 全文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72800" cy="4754880"/>
          </a:xfrm>
          <a:prstGeom prst="roundRect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/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ENTRY(_start)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SECTIONS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{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. = 0x9000000000200000;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.text : ALIGN(4K) {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    KEEP(*(.text.boot))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    *(.text .text.*)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}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.rodata : ALIGN(4K) { *(.rodata .rodata.*) }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.data   : ALIGN(4K) { *(.data .data.*) }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__bss_start = .;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.bss : ALIGN(4K) {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    *(.bss .bss.*)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    *(COMMON)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}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__bss_end = .;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逐条讲解（一）：ENTRY 与位置计数器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ENTRY(_start)：入口符号必须与启动文件一致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. = 0x9000000000200000：位置计数器，决定 VMA 布局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从这个地址开始，往后每个 SECTIONS 块依次排布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逐条讲解（二）：KEEP 与段顺序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KEEP(*(.text.boot))：避免启动段被链接器优化丢弃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为什么需要 KEEP：没有任何 C/汇编代码显式引用 _start 符号本身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段顺序：.text→.rodata→.data→.bss，影响地址空间图像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逐条讲解（三）：__bss_start/__bss_end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两个符号包住 .bss 段的起止地址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给 clear_bss 用的边界符号——不是 C 数组，是链接器生成的地址标签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回看第2次课：clear_bss 就是拿这两个符号做循环边界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对应汇编：boot/start.S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6583680" cy="4754880"/>
          </a:xfrm>
          <a:prstGeom prst="roundRect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/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.section .text.boot, "ax"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.globl _start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50876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.text.boot 必须被链接脚本收集（对应 KEEP）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.globl 使符号对外可见，供 ENTRY 引用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两者配合：缺一不可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ELF vs BIN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Microsoft YaHei"/>
              </a:rPr>
              <a:t>objcopy -O binary：剥掉 ELF 元数据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72768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47088"/>
          <a:ext cx="11155680" cy="2377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297680"/>
                <a:gridCol w="4114800"/>
              </a:tblGrid>
              <a:tr h="792479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文件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特点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用途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</a:tr>
              <a:tr h="792479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minios.elf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段、符号、可含调试信息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QEMU -kernel、GDB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92481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minios.bin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纯装载内容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某些裸加载/烧录场景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用 objdump/GDB 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4A525E"/>
                </a:solidFill>
                <a:latin typeface="Microsoft YaHei"/>
              </a:rPr>
              <a:t>把纸上的链接脚本变成现场事实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Microsoft YaHei"/>
              </a:rPr>
              <a:t>讲完本页：学生应用自己的话复述核心目标。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反汇编阅读口诀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6583680" cy="4754880"/>
          </a:xfrm>
          <a:prstGeom prst="roundRect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/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loongarch64-linux-gnu-objdump -d build/minios.elf | 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50876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① 找符号名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② 看地址是否落在链接脚本窗口附近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③ 对 bl/b/beq 画箭头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④ 对 ld/st 标出方向（Mem↔Reg）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实测：readelf -S 真实输出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6583680" cy="4754880"/>
          </a:xfrm>
          <a:prstGeom prst="roundRect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/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[ 1] .text     PROGBITS  9000000000200000  00010000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[ 6] .data     PROGBITS  9000000000202000  00012000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[ 8] .bss      NOBITS    9000000000203000  00012030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50876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.text 从链接脚本设定的基址开始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.data/.bss 紧随其后，符合段顺序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这是本机真实跑出来的数据，不是编造的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实测：nm 真实输出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6583680" cy="4754880"/>
          </a:xfrm>
          <a:prstGeom prst="roundRect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/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9000000000204000 B __bss_end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9000000000202010 D __bss_start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9000000000200000 T _start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9000000000200018 t clear_bss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90000000002001a4 T kernel_main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50876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_start 恰好落在链接脚本的基址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__bss_start/__bss_end 是链接器生成的地址符号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T/t/B/D：符号类型（代码段/局部代码/bss/已初始化数据）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GDB 最小剧本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08760"/>
          <a:ext cx="111556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6126480"/>
              </a:tblGrid>
              <a:tr h="57150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命令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作用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target remote :1234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连接 make debug 起的 QEMU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b _start / b clear_bss / b kernel_main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下断点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继续运行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单步指令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源码级下一行（依赖调试信息）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p/x $ra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打印寄存器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x/16xb $sp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检查内存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GDB 命令序列示例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72800" cy="4754880"/>
          </a:xfrm>
          <a:prstGeom prst="roundRect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/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target remote :1234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b _start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b clear_bss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b kernel_main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c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si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info registers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x/16xb $sp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重点观察：bl 前后 $ra（对照第 6 次课）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6583680" cy="4754880"/>
          </a:xfrm>
          <a:prstGeom prst="roundRect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/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bl   clear_bss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# 返回后应回到这里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50876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步入前记下 $pc、$ra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进入后 $pc 在 clear_bss，$ra 指向返回点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在 jr $ra 处再观察是否回到返回点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这是第6次课「非叶子函数必须存 $ra」的现场证据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实测：链接时的一条真实警告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6583680" cy="4754880"/>
          </a:xfrm>
          <a:prstGeom prst="roundRect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/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/usr/bin/loongarch64-linux-gnu-ld.bfd: warning: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build/minios.elf has a LOAD segment with RWX permissions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50876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教学内核把 .text/.data/.bss 简化放进同一个可读写可执行段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真实 OS 会分开设置权限（.text 只读可执行，.data 可读写不可执行）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这条警告不是错误，是一个很好的“安全加固”讨论切入点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为什么第 7 次课不新增源文件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本课是“回头看”，不是“往前走”——目的是看懂已有代码怎么变成镜像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07-build-debug 这个 tag 直接复用第 6 次课的代码状态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对照：第5/6次课新增了 lib/*.S；第7次课新增的是“理解能力”，不是新指令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常见故障（课堂要会判）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08760"/>
          <a:ext cx="11155679" cy="4297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498079"/>
              </a:tblGrid>
              <a:tr h="716279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现象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可能原因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</a:tr>
              <a:tr h="716279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链接缺符号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SRCS_* 漏文件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6279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能链接无启动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ENTRY/段错误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6279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clear_bss 异常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边界符号或 .bss 布局错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6279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GDB 无符号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未用带 -g 的 ELF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6284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si 走位怪异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-O2 优化后源码行与指令不再一一对应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课堂 Demo 与实验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4A525E"/>
                </a:solidFill>
                <a:latin typeface="Microsoft YaHei"/>
              </a:rPr>
              <a:t>从看懂到亲手核对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Microsoft YaHei"/>
              </a:rPr>
              <a:t>讲完本页：学生应用自己的话复述核心目标。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课堂 Demo 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make -n 看真实命令（不实际执行，只打印）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readelf -S / nm 找 .text/.data/.bss 与 _start/__bss_*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临时（演示后恢复）去掉 lib/string.S，看缺符号错误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make debug + GDB：在三个关键点下断点走一遍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Task A：构建依赖图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画出本仓库构建依赖图（源文件→.o→elf→bin→qemu）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Task B：KEEP 为什么重要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书面解释：KEEP(*(.text.boot)) 与 __bss_start/__bss_end 为什么重要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Task C：GDB 断点跟踪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make debug + GDB：在 _start/clear_bss/kernel_main 下断点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记录至少两处 $pc/$sp/$ra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重点记录 bl clear_bss 前后 $ra 的变化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Task D（选做）：工具摘录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readelf/nm/objdump -d 摘录 _start 与 __bss_* 相关行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AI 共学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允许解释参数含义、GDB 命令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链接报错与寄存器数值必须以真实日志/真实调试会话为准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不得编造输出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思考与拓展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只保留 .bin 会失去哪些调试能力？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si 与 n 在有无调试信息时体验有何不同？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起始地址改错时，如何用 objdump 发现？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板级没有 GDB 时，如何用 printk 做穷人调试？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板书总结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0907" y="1874519"/>
            <a:ext cx="2377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93595" y="2057400"/>
            <a:ext cx="512064" cy="512064"/>
          </a:xfrm>
          <a:prstGeom prst="ellipse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93595" y="2130552"/>
            <a:ext cx="5120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0635" y="2788920"/>
            <a:ext cx="2157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C53A0"/>
                </a:solidFill>
                <a:latin typeface="Microsoft YaHei"/>
              </a:rPr>
              <a:t>.c/.S→.o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0635" y="3383280"/>
            <a:ext cx="21579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2252B"/>
                </a:solidFill>
                <a:latin typeface="Microsoft YaHei"/>
              </a:rPr>
              <a:t>编译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38347" y="30632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A525E"/>
                </a:solidFill>
                <a:latin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58387" y="1874519"/>
            <a:ext cx="2377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91075" y="2057400"/>
            <a:ext cx="512064" cy="512064"/>
          </a:xfrm>
          <a:prstGeom prst="ellipse">
            <a:avLst/>
          </a:prstGeom>
          <a:solidFill>
            <a:srgbClr val="00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1075" y="2130552"/>
            <a:ext cx="5120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8115" y="2788920"/>
            <a:ext cx="2157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7482"/>
                </a:solidFill>
                <a:latin typeface="Microsoft YaHei"/>
              </a:rPr>
              <a:t>linker.ld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8115" y="3383280"/>
            <a:ext cx="21579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2252B"/>
                </a:solidFill>
                <a:latin typeface="Microsoft YaHei"/>
              </a:rPr>
              <a:t>ENTRY/KEEP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5827" y="30632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A525E"/>
                </a:solidFill>
                <a:latin typeface="Microsoft Ya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5867" y="1874519"/>
            <a:ext cx="2377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555" y="2057400"/>
            <a:ext cx="512064" cy="512064"/>
          </a:xfrm>
          <a:prstGeom prst="ellipse">
            <a:avLst/>
          </a:prstGeom>
          <a:solidFill>
            <a:srgbClr val="2A7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555" y="2130552"/>
            <a:ext cx="5120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5595" y="2788920"/>
            <a:ext cx="2157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A7E4E"/>
                </a:solidFill>
                <a:latin typeface="Microsoft YaHei"/>
              </a:rPr>
              <a:t>elf→bin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5595" y="3383280"/>
            <a:ext cx="21579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2252B"/>
                </a:solidFill>
                <a:latin typeface="Microsoft YaHei"/>
              </a:rPr>
              <a:t>objcopy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3307" y="30632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A525E"/>
                </a:solidFill>
                <a:latin typeface="Microsoft YaHe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3347" y="1874519"/>
            <a:ext cx="2377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86035" y="2057400"/>
            <a:ext cx="512064" cy="512064"/>
          </a:xfrm>
          <a:prstGeom prst="ellipse">
            <a:avLst/>
          </a:prstGeom>
          <a:solidFill>
            <a:srgbClr val="B8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86035" y="2130552"/>
            <a:ext cx="5120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63075" y="2788920"/>
            <a:ext cx="2157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B85F22"/>
                </a:solidFill>
                <a:latin typeface="Microsoft YaHei"/>
              </a:rPr>
              <a:t>objdump找路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63075" y="3383280"/>
            <a:ext cx="21579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2252B"/>
                </a:solidFill>
                <a:latin typeface="Microsoft YaHei"/>
              </a:rPr>
              <a:t>GDB走路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为什么必须在 WSL/Linux 里 make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08760"/>
          <a:ext cx="11155680" cy="2377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669280"/>
              </a:tblGrid>
              <a:tr h="792479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现象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原因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</a:tr>
              <a:tr h="792479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PowerShell 报 ObjectNotFound: make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Windows 原生没有 make/交叉工具链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92481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Ubuntu 里一切正常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交叉编译器/QEMU/GDB 都装在 WSL 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课堂小测：符号类型字母含义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Microsoft YaHei"/>
              </a:rPr>
              <a:t>对照上面 nm 真实输出现场提问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72768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47088"/>
          <a:ext cx="111556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869680"/>
              </a:tblGrid>
              <a:tr h="73152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含义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text 段中的全局符号（如 _start）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text 段中的局部符号（如 clear_bss）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bss 段中的符号（如 __bss_end）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已初始化数据段符号（如 __bss_start，本例中作为地址标签）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本节收束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构建链路：.c/.S → .o → linker.ld → elf → bin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ENTRY/KEEP/__bss_* 都是链接脚本给出的事实，不是猜测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GDB/objdump 把纸上的调用约定变成现场可核对的证据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下次课起：把已经跑通的库函数逐行讲透（memset/memcpy/strlen）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