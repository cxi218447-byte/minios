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27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LoongArch 汇编 · miniOS 课程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miniOS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写一份最小工具箱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 / memcpy / strlen / memmove / strcmp / zero_and_copy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六个真实字符串/内存函数：从基础实现，到彼此的局限与组合调用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4206240" cy="822960"/>
          </a:xfrm>
          <a:prstGeom prst="roundRect">
            <a:avLst>
              <a:gd name="adj" fmla="val 55556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4709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建议检查点：07-libc-asm</a:t>
            </a:r>
            <a:endParaRPr 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420C34-7B72-1886-FCE1-B698B53B3944}"/>
              </a:ext>
            </a:extLst>
          </p:cNvPr>
          <p:cNvSpPr txBox="1"/>
          <p:nvPr/>
        </p:nvSpPr>
        <p:spPr>
          <a:xfrm>
            <a:off x="609600" y="60071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课本缺少这部分介绍，请同学们参考：s</a:t>
            </a:r>
            <a:r>
              <a:rPr lang="zh-CN" altLang="en-US" dirty="0">
                <a:solidFill>
                  <a:schemeClr val="bg1"/>
                </a:solidFill>
              </a:rPr>
              <a:t>tudent_notes.md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本课全局地图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六个函数：类型与要解决的问题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用指定字节填充一段内存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28160" y="1874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2480" y="2148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248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2651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02480" y="3154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把内存从一处搬到另一处（假设不重叠）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07680" y="1874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148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200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2651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memmove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3154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memcpy 的通用版，允许区间重叠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 C 字符串的长度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328160" y="4160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2480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0248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4602480" y="4937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602480" y="5440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逐字节比较两个字符串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107680" y="4160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2000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8200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非叶子函数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8382000" y="4937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zero_and_copy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382000" y="5440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清零 + 搬运，组合调用前三者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库函数是什么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先看一个生活场景：宜家家具的螺丝刀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65176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2926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173F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29184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329184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工具箱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拿来就用，不用管内部怎么造的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6355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69280" y="20574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库函数（library function）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97480"/>
            <a:ext cx="5623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别人已经写好、编译打包成“库”的通用功能代码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memcpy(dst, src, n) 就像喊一声“把螺丝刀递给我”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 里的函数分两类，就像工具箱里的工具也分两种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03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libc 的两类函数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按“要不要找内核”分类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系统调用的薄封装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/ write / open / fork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94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要不要找内核：要 —— 打电话给物业报修水管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纯数据处理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 / memset / strlen / strcmp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94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要不要找内核：不要 —— 自己在家用螺丝刀拧螺丝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本课六个函数全部是第二类：不依赖任何系统调用；第 8 次课的 sys_write 才是第一类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miniOS 为什么要自己写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搬到荒岛的比喻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普通 Linux 程序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住在正常小区——水电煤都有物业负责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 由操作系统（Linux）随发行版预装好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程序只管调用 memcpy，不用自己实现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被空投到荒岛——没有物业、没有自来水公司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miniOS 自己就是操作系统，下面没有别人准备好 libc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要用水得自己挖井：自己动手写 memcpy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5394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-ffreestanding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-nostdlib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5394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翻译成人话：告诉编译器“别以为这个程序底下还有个操作系统帮你兜底”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链接器机制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从一行调用到真正跑起来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链接器只认符号名，不认你写的是 C 还是汇编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这一节最抽象，但理解它，才会明白“C 代码为什么能调用汇编写的函数”这件事到底是怎么发生的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静态链接 vs 动态链接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买断家具搬进新家，还是去图书馆借书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783080"/>
          <a:ext cx="11064240" cy="3749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静态链接：买断家具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动态链接：图书馆借书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库代码放在哪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直接拷贝进可执行文件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留在 .so/.dll，运行时加载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可执行文件体积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更大——含全部库代码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更小——只留一条引用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多进程能否共用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不能，各自一份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能，还可单独升级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miniOS 用哪种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只能这种 —— 还没有“加载器”这一层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写信只写地址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从一行调用到真正能跑：四步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733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3733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编译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留下一个“待解析”的符号引用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信封写收件人名字，还不知道住哪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02102" y="3611880"/>
            <a:ext cx="265176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9471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340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340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7759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链接器扫描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57759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翻遍所有 .o 和库文件找定义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57759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邮局翻花名册，查这个人住哪栋楼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8172" y="3611880"/>
            <a:ext cx="265176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4078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947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947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2366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回填地址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2366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把占位地址改成真实地址（重定位）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2366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在信封上盖上真实门牌号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94242" y="3611880"/>
            <a:ext cx="265176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8685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7554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7554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26973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生成镜像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926973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得到地址完整、真能跑的 .elf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26973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信真的能送到了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关键点：链接器只认“符号名”，不认“语言”——这正是 C 代码可以调用汇编写的函数，反过来也一样的原因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miniOS 链接的边界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点了菜单上没有的菜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64592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链接器只找 Makefile 列出的文件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SRCS_C / SRCS_S 列出的文件才会被扫描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没写进去的文件，链接器根本不知道它存在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这不是比喻，是真会发生的事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3796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24B4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reference to `memcpy'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3520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如果 lib/string.S 忘了实现 memcpy，链接这一步会直接报错，整个构建失败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37960" y="48463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 Linux 程序遇到同样情况，还能退一步去 /usr/lib 找 glibc；miniOS 用 -nostdlib，没有这条退路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现实中，库函数和汇编的关系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去医院体检，对症开方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0" y="224028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9456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IFUNC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间接函数机制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医生不会给所有人开同一张处方，先看体质报告，再选最适合的方案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03520" y="1783080"/>
            <a:ext cx="6355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0" y="20574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IFUNC（indirect function）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69280" y="2697480"/>
            <a:ext cx="5623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glibc 给 memcpy/memset/strlen 等热点函数准备多个版本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每个版本用不同指令集实现（SSE2/AVX2/AVX-512、NEON）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运行时按 CPU 实际支持的特性，动态选一个最快的版本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669280" y="54406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本课“8 字节批量优化”正是这个思路的教学缩小版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 和汇编，调用层面完全平等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调用约定不区分语言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 函数调用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memcpy(dst, src,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1051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5740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9923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4612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8795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3484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686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执行内部逻辑，按 ABI 返回结果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0" y="178308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7804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汇编函数调用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7804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memcpy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7804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6676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0859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5548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5548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49731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74420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74420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17804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执行内部逻辑，按 ABI 返回结果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20740" y="326898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20740" y="32689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编译器只认 ABI（第 6 次课的调用约定），不关心符号背后是 C 写的还是汇编写的——这正是本课在做的事：把“C 代码背后看不见的那一层”亲手实现出来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六个函数逐个讲解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先想清楚生活里的动作，再看汇编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每个函数配一个生活类比，再看汇编怎么把这个动作拆成一步步指令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读代码前先想“这一步在干什么”，不会迷失在助记符里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memset：刷墙 / 铺地砖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void *memset(void *s, int c, size_t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从墙角开始，一刷子一刷子涂，涂满才停手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2045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9115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63040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 $t0,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1501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beqz   $a2, 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463040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   $a1,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6680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63040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bnez   $a2,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542696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63040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    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76365" y="23911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76365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216445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保存起点 dst——$a0 接下来要当“刷子位置”改写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76365" y="3150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76365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216445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== 0：一刷子都不涂，直接跳过循环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76365" y="39090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76365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216445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循环体：涂一个字节（指针+1、计数-1 图中略）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76365" y="46680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76365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216445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还没涂完就继续（bnez 回跳到标号 1）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76365" y="54269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76365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216445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叶子函数，全程没调用别人，不用保存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memcpy：复印文件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void *memcpy(void *dst, const void *src, size_t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一页读、一页印，直到印完最后一页（假设两叠纸不重叠）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2045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9115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63040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ld.bu  $t1, $a1,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1501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   $t1,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463040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addi.d $a1, $a1,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6680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63040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bnez   $a2,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542696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63040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    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76365" y="23911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76365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216445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先读：无符号加载，避免 0x80 这类字节被符号扩展出错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76365" y="3150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76365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216445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再写：读到寄存器后才写出去，不会覆盖还没读的数据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76365" y="39090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76365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216445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src 指针 +1（dst 指针 $a0 同步 +1，图中略）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76365" y="46680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76365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216445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隐藏假设：dst/src 区间不重叠——重叠交给 memmove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76365" y="54269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76365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216445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叶子函数，双指针同步步进直到 n 归零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strlen：量绳子长度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size_t strlen(const char *s)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从绳头开始一寸一寸量，量到打结处停下，回头看看量了多少寸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2045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9115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63040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 $t0,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1501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ld.bu  $t1,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463040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beqz   $t1, 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6680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63040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   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542696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63040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sub.d  $a0, $a0, $t0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76365" y="23911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76365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216445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$t0 记住绳头（起点地址）——最后要用来算长度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76365" y="3150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76365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216445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逐字节读，无符号加载不会因符号扩展出错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76365" y="39090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76365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216445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判结束靠这个字节是不是 '\0'（打结处），不是计数器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76365" y="46680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76365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216445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没打结就继续量（指针 +1，图中略）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76365" y="54269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76365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216445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当前位置减起点，一步得到长度；契约：必须真的有 '\0'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memmove：memcpy 处理不了重叠区间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同一个书架上挪书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同一个书架，显然重叠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把书架第 3–8 格的书，整体往左挪 2 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源头和目的地是同一个书架——区间重叠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memcpy 的前提“两叠纸不重叠”在这里不成立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先想清楚会出什么错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如果永远从左往右一本本挪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挪到第 3 格时，它已被“挪第 5 格到第 3 格”覆盖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还没读到它，就已经被别的书顶替——信息丢了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解法：先看清楚往哪个方向挪，再决定从哪头开始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为什么必须先判断方向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memmove(buf+2, buf, 6) —— dst &gt; src，区间重叠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24B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不判断方向、永远正向搬（错误）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18488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8488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88336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88336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58184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58184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28032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97880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67728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37576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7576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9E6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判断方向后反向搬（正确）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18488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18488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88336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88336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58184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58184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28032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97880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67728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67728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37576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37576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257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dst 比 src 靠后：正向搬会读到刚被自己写坏的数据，必然出错，不是运气不好。真实 memmove 靠 sltu 提前判断，改从后往前搬。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memmove 的两条路径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方向不同，骨架同构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② dst &lt; src：正向搬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ld.bu  $t1, $a1,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st.b   $t1,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addi.d $a0, $a0,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addi.d $a1, $a1,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bnez   $a2, 2b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③ dst ≥ src：反向搬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37960" y="260604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add.d  $a0, $a0, $a2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add.d  $a1, $a1, $a2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指针各 -1 ...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ld.bu  $t1, $a1,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st.b   $t1,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bnez   $a2, 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6217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正向：指针 +1，和 memcpy 循环体完全一样 ／ 反向：先把指针移到最后一字节，指针 -1，从后往前搬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两个方向图对比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蓝色 = 会被读取，橙色 = 被写入，灰色 = 没动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① dst &lt; src：memmove(buf, buf+2, 6)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7043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043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9222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9222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14016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14016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35808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3580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7939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939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0118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7043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043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9222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9222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14016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14016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035808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35808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7939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7939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0118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0118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7724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同一批源字节，这次写到更靠左的位置——方向正，走②正向搬那条路径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217920" y="1828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② dst ≥ src：memmove(buf+2, buf, 6)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621792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792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3971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3971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46150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6150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083296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83296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705088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0508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32688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326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94867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94867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57046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57046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621792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21792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21792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83971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3971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46150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46150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083296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083296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8705088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705088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932688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32688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94867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94867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057046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57046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217920" y="46177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 txBox="1"/>
          <p:nvPr/>
        </p:nvSpPr>
        <p:spPr>
          <a:xfrm>
            <a:off x="644652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同一批源字节，这次写到更靠右的位置——方向反了，走③反向搬那条路径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strcmp：对暗号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 strcmp(const char *a, const char *b)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一个字一个字念，念错就停；都念到头还没错，就是完全一致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2045" y="2240280"/>
            <a:ext cx="5310835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9115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63040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ld.bu $t0, $a0,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1501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ld.bu $t1, $a1,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9090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463040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bne   $t0, $t1, 2f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6680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63040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beqz  $t0, 3f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542696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63040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sub.d $a0, $t0, $t1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76365" y="23911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76365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216445" y="2391156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读两边当前字节 $t0 / $t1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76365" y="3150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76365" y="3150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216445" y="3150108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同步读取 b 串（图中略）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76365" y="39090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76365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216445" y="3909060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字节不同：跳到 2f 算差值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76365" y="46680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76365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216445" y="4668012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都到 '\0'：跳 3f，判定一致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76365" y="54269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76365" y="5426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216445" y="5426964"/>
            <a:ext cx="412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退出后返回差值，或返回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zero_and_copy：打扫房间再搬新家具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本课唯一的非叶子函数：把前面三个函数接起来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综合工程：三个独立动作组合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先打扫干净空房间（memset 清零）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量好新家具尺寸（strlen 量长度）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再把家具搬进去（memcpy 复制）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为什么不能只用 memcpy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buf 初始是栈上旧数据，内容不确定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 memcpy(buf,"hi7",3)：第 3 格起是垃圾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 靠 '\0' 判断结束，垃圾字节会出事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54681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9E6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zero_and_copy(buf, "hi7", 6)：先清零，天然以 \0 结尾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99032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99032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75104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75104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51176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27248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27248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03320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03320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zero_and_copy：三次调用，谁扛过去了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$s0/$s1/$ra 全程不变，callee-saved 的意义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zero_and_copy: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$ra, $sp, 24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$s0, $sp, 16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108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$s1, $sp, 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3474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move  $s0, $a0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3840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move  $s1, $a1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14400" y="4206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    memset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14400" y="4572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    strlen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14400" y="4937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    memcpy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14400" y="5303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 恢复三个寄存器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14400" y="5669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jr    $ra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217920" y="1783080"/>
          <a:ext cx="5394960" cy="31089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时刻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入口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memset 后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strlen 后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memcpy 后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217920" y="5120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三个寄存器全程未变——callee-saved 就是靠这份“不变”的承诺，撑过中间任意多次调用；$a0-$a2/$t0-$t8 做不到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延伸与总结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为什么不干脆一次搬 8 个字节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现实世界的库函数会更快，但也更复杂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这里只做课堂讨论，不要求今天实现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20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8 字节批量优化：三段式思路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不必一次实现，只做课堂讨论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442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73580" y="20802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7358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头部对齐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逐字节处理到 8 字节边界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小刷子先处理边角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38600" y="3429000"/>
            <a:ext cx="274320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58640" y="1828800"/>
            <a:ext cx="34442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83580" y="20802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8358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87240" y="2834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批量搬运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87240" y="33832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改用 ld.d / st.d，理论上快 8 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87240" y="434340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滚筒刷大面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48600" y="3429000"/>
            <a:ext cx="274320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68640" y="1828800"/>
            <a:ext cx="34442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93580" y="20802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9358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97240" y="2834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尾部残余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97240" y="33832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不足 8 字节的部分再逐字节处理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397240" y="434340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另一处边角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正确性永远优先于速度：今天写的逐字节版本，就是这个三段式优化里中间那一段在不追求性能时的合理简化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21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真实运行结果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六个函数的调用全部在 kernel/main.c 里真实验收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160520"/>
          </a:xfrm>
          <a:prstGeom prst="roundRect">
            <a:avLst>
              <a:gd name="adj" fmla="val 2637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 n=1 : buf[0]='Z' buf[1]='X'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4963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 n=1: dst[0]='A' dst[1]='X'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29809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zero_and_copy: greet="hi7"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46557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 verified: greet == "hi7"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39502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 verified: greet != "hi8"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memmove left  (dst&lt;src): CDEFGHGH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14400" y="49194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memmove right (dst&gt;src): ABABCDEF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14400" y="540410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week07-libc-asm check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make clean &amp;&amp; make &amp;&amp; make run —— memmove 两行与前面方向图的预测完全一致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22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小结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六个函数，一份 miniOS 自己的 libc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186537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" y="18653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828800" y="178308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统一的 libc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六个函数合在一起，就是 miniOS 自己的一份最小 libc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5820" y="291693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5820" y="29169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28800" y="283464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叶子函数骨架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029200" y="283464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memset/memcpy/strlen/strcmp 用同一种循环骨架，不碰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" y="396849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" y="39684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828800" y="388620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memmove 的通用性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029200" y="388620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先判方向（sltu），再选一条安全路径，是 memcpy 的通用版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5820" y="502005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5820" y="50200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828800" y="493776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zero_and_copy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029200" y="493776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唯一的非叶子函数：$s0/$s1/$ra 跨三次 bl 保活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1868</Words>
  <Application>Microsoft Office PowerPoint</Application>
  <PresentationFormat>宽屏</PresentationFormat>
  <Paragraphs>462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6</cp:revision>
  <dcterms:created xsi:type="dcterms:W3CDTF">2026-09-07T16:03:38Z</dcterms:created>
  <dcterms:modified xsi:type="dcterms:W3CDTF">2026-09-08T03:56:07Z</dcterms:modified>
</cp:coreProperties>
</file>