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1A23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</a:rPr>
              <a:t>中断/定时器实验 + miniOS 内核服务整理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14884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B8C5E0"/>
                </a:solidFill>
                <a:latin typeface="Microsoft YaHei"/>
              </a:rPr>
              <a:t>写出真正能跑的定时器中断，再把第1-10次课的内核服务边界系统整理一遍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建议检查点：11-irq-kernel-recap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LoongArch 汇编 · miniOS 课程  |  正文字号 ≥ 24 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4 学时连排，纯实验课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A525E"/>
                </a:solidFill>
                <a:latin typeface="Microsoft YaHei"/>
              </a:rPr>
              <a:t>理论已在第10次课收官，本课不引入新理论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讲完本页：学生应用自己的话复述核心目标。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课程定位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单元一（第1-2学时）：中断是异常的“异步版本”——同一个 EENTRY 入口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用 ESTAT.Ecode==0 区分，上机把定时器接起来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单元二（第3-4学时）：退一步看全局——miniOS 现在有哪些内核服务？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为第12次课板级迁移与综合展示做最后准备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教学目标（单元一）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说清定时器三个 CSR 的分工：TCFG/TVAL/TICLR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说清两层使能：ECFG.LIE（分源开关）+ CRMD.IE（总开关）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理解异常与中断共享同一个 EENTRY 入口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解释为什么中断入口要比 exception_entry 保存更多寄存器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跑通一个真实的周期性定时器中断 demo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教学目标（单元二）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画出 miniOS 当前的内核服务地图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能说明每个模块的输入/输出边界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为第12次课的板级迁移与综合展示准备架构图素材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课前准备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155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86400"/>
                <a:gridCol w="5669280"/>
              </a:tblGrid>
              <a:tr h="75438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复习/打开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关联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第10次课 exception_entry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本课在它基础上升级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kernel/irq.c / include/irq.h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本课新增，可运行 demo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第6次课 caller-saved 寄存器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理解为什么要多存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单元一：定时器三个 CSR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A525E"/>
                </a:solidFill>
                <a:latin typeface="Microsoft YaHei"/>
              </a:rPr>
              <a:t>TCFG / TVAL / TICLR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讲完本页：学生应用自己的话复述核心目标。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定时器三个 CSR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155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828800"/>
                <a:gridCol w="1645920"/>
                <a:gridCol w="5669280"/>
              </a:tblGrid>
              <a:tr h="75438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CSR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编号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读/写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作用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TCFG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0x41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写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bit0=En, bit1=Periodic, 高位=InitVal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TVAL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0x42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读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当前倒数值（本课不用）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TICLR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0x44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写1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清除挂起标志，不清会立刻反复重入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timer_init 真实代码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58368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void timer_init(unsigned long count)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{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unsigned long tcfg =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    (count &lt;&lt; 2) | TCFG_EN | TCFG_PERIODIC;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__asm__ volatile("csrwr %0, 0x41"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                  : "+r"(tcfg) : : "memory");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ecfg_enable_timer_line();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crmd_enable_ie();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0876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count &lt;&lt; 2：InitVal 字段从 bit2 开始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低两位留给 En/Periodic 标志位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三步走：配置 TCFG → 分源使能 → 总开关使能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两层使能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两者都要开，定时器中断才能真正送达 CPU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47088"/>
          <a:ext cx="11155680" cy="23774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657600"/>
                <a:gridCol w="4754880"/>
              </a:tblGrid>
              <a:tr h="792479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开关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CSR/位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类比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792479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分源开关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ECFG（0x4）bit11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这一条中断线允不允许响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92481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总开关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CRMD（0x0）bit2（IE）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CPU 整体允不允许响应任何中断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csrxchg：按位读改写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58368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static inline void ecfg_enable_timer_line(void)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{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unsigned long mask = 1UL &lt;&lt; 11;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unsigned long val  = 1UL &lt;&lt; 11;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__asm__ volatile("csrxchg %0, %1, 0x4"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                  : "+r"(val) : "r"(mask) : "memory");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0876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csrxchg rd, rj, csr：csr = (csr &amp; ~rj) | (rd &amp; rj)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rd 同时带回旧值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只改 mask 指定的位，其余位保持原样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清源：TICLR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58368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static inline void timer_irq_clear(void)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{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unsigned long v = 1;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__asm__ volatile("csrwr %0, 0x44"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                  : "+r"(v) : : "memory");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0876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写 1 应答本次定时器中断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不清会立刻再次进入——课堂可以现场删掉这行复现故障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timer_stop：演示结束后安静下来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58368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void timer_stop(void)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{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ecfg_disable_timer_line();  /* 清 ECFG 对应位 */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0876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只关分源开关，不动 TCFG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让最后的 halt 循环不再被打断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异常与中断共享入口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A525E"/>
                </a:solidFill>
                <a:latin typeface="Microsoft YaHei"/>
              </a:rPr>
              <a:t>LoongArch 只有一个 EENTRY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讲完本页：学生应用自己的话复述核心目标。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exception_handler 分支逻辑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7280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unsigned long ecode = (estat &gt;&gt; 16) &amp; 0x3f;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if (ecode == 0) {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/* 中断类：ERA 已是正确续跑点 */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irq_dispatch(estat);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return era;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}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/* 否则是同步异常，era + 4（第10次课逻辑） */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...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return era + 4;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为什么中断类不需要 +4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break/syscall 是软件主动触发的“精确异常”，ERA 指向触发指令本身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中断是硬件异步打断，ERA 已经是硬件给出的正确续跑点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两条路径共用一个 exception_handler，用 Ecode 分流处理逻辑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irq_dispatch：分发到具体中断源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7280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void irq_dispatch(unsigned long estat)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{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if (estat &amp; ESTAT_IS_TIMER) {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    timer_irq_clear();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    g_ticks++;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    printk("tick #"); printk_udec(g_ticks); printk("\n");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    return;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}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printk("[irq] unrecognized source\n");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为什么要保存更多寄存器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A525E"/>
                </a:solidFill>
                <a:latin typeface="Microsoft YaHei"/>
              </a:rPr>
              <a:t>中断可能打断任何代码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讲完本页：学生应用自己的话复述核心目标。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第10次课只存 $ra，够用吗？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第10次课的 break 是软件主动触发——写代码的人知道即将发生什么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中断不同：它可能打断任何正在执行的代码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包括正在用 $a0-$a7、$t0-$t8 存活跃数据的代码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exception_handler 一旦调用（哪怕只是 printk），这些寄存器就会被覆盖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升级后的 exception_entry（保存部分）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58368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exception_entry: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addi.d  $sp, $sp, -144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st.d    $ra, $sp, 0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st.d    $a0, $sp, 8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st.d    $a1, $sp, 16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...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st.d    $a7, $sp, 64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st.d    $t0, $sp, 72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...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st.d    $t8, $sp, 136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0876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144 字节 = 18 个寄存器 × 8 字节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$ra + $a0-$a7 + $t0-$t8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全部是 caller-saved 寄存器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升级后的 exception_entry（恢复部分）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58368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csrrd   $a0, 0x5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csrrd   $a1, 0x6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bl      exception_handler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csrwr   $a0, 0x6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ld.d    $ra, $sp, 0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ld.d    $a0, $sp, 8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...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ld.d    $t8, $sp, 136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addi.d  $sp, $sp, 144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ertn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0876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对称恢复：保存顺序和恢复顺序一致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这不是新入口，是原地升级 exception_entry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这不是“中断专属新入口”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LoongArch 硬件本来就共享一个 EENTRY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第10次课的想法“中断需要更重的入口”是对的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但真正做法是原地升级，而不是另建 interrupt_entry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ESTAT.IS 位与中断源对照（教学摘录）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143000"/>
            <a:ext cx="11155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ECFG.LIE 的位号与 ESTAT.IS 一一对应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572768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47088"/>
          <a:ext cx="111556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8869680"/>
              </a:tblGrid>
              <a:tr h="73152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IS 位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中断源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0-1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软件中断 SWI0/SWI1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2-9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硬件中断 HWI0-HWI7（外设，如 UART 收）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定时器中断 TI（本课主角）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12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核间中断 IPI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实测数据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A525E"/>
                </a:solidFill>
                <a:latin typeface="Microsoft YaHei"/>
              </a:rPr>
              <a:t>真实跑出来的，不是编造的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讲完本页：学生应用自己的话复述核心目标。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实测：5 个 tick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7280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timer_init: periodic timer interrupt enabled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tick #1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tick #2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tick #3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tick #4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tick #5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collected 5 timer ticks via interrupt, timer_stop() called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week11-irq-kernel-recap check done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调参说明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TIMER_COUNT = 0x1000000，实测约每秒 1-2 次 tick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与宿主机模拟速度有关，不代表真实物理时间单位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调大 TIMER_COUNT tick 变慢，调小变快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idle 与中断唤醒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658368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while (irq_ticks() &lt; 5) {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__asm__ volatile("idle 0");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50876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idle 让 CPU 停下等中断，省电又直观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tick 到来时硬件唤醒 CPU，走完整的中断处理流程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处理完 ertn 回到这里，while 条件重新判断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不需要手写“忙等”循环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故障复现（选做）：删掉 timer_irq_clear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不清中断源，硬件会认为“还没处理完”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现象：程序卡住或疯狂重入 irq_dispatch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这是理解“清源”意义最直接的方式——亲眼看一次故障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单元二：miniOS 内核服务整理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A525E"/>
                </a:solidFill>
                <a:latin typeface="Microsoft YaHei"/>
              </a:rPr>
              <a:t>退一步看全局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讲完本页：学生应用自己的话复述核心目标。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服务地图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10972800" cy="4754880"/>
          </a:xfrm>
          <a:prstGeom prst="roundRect">
            <a:avLst/>
          </a:prstGeom>
          <a:solidFill>
            <a:srgbClr val="20242C"/>
          </a:solidFill>
          <a:ln>
            <a:solidFill>
              <a:srgbClr val="2024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01168" rIns="164592" tIns="164592"/>
          <a:lstStyle/>
          <a:p>
            <a:pPr algn="ctr"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boot/start.S _start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|- clear_bss                    第2次课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|- kernel_main                  第1次课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|    |- printk-&gt;uart_putc       第1/9次课(直接碰硬件)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|    |- regs_alu/mem_fp/...     第3-6次课(纯计算)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|    |- memset/memcpy/strlen    第2/8次课(被广泛依赖)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|    |- syscall_dispatch        第9次课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|    |- exception_init          第10次课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|- exception_entry(硬件触发)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   |- Ecode!=0 -&gt; exception_handler   第10次课</a:t>
            </a:r>
          </a:p>
          <a:p>
            <a:pPr>
              <a:spcAft>
                <a:spcPts val="400"/>
              </a:spcAft>
            </a:pPr>
            <a:r>
              <a:rPr sz="2400" b="0">
                <a:solidFill>
                  <a:srgbClr val="EEF1F6"/>
                </a:solidFill>
                <a:latin typeface="Consolas"/>
              </a:rPr>
              <a:t>       |- Ecode==0 -&gt; irq_dispatch        第11次课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边界讨论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15568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6583680"/>
              </a:tblGrid>
              <a:tr h="73152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问题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答案要点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谁能直接碰硬件？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uart_putc、irq.c 的 CSR 操作、exception_entry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哪个模块被依赖最多？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string.S（memset/memcpy/strlen）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哪两个模块底层同构？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printk 与 sys_write，都是 uart_putc 的封装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哪个入口不是被调用而是硬件跳转？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exception_entry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为第12次课准备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选题A（启动与服务）：直接复用本课整理出的服务地图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选题B（板级迁移）：标出“平台相关”与“平台无关”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平台相关：UART 基址、CSR 配置细节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平台无关：服务分层、调用约定、异常机制模式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课堂 Demo 与实验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4A525E"/>
                </a:solidFill>
                <a:latin typeface="Microsoft YaHei"/>
              </a:rPr>
              <a:t>从代码到画图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760720"/>
            <a:ext cx="10789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4A525E"/>
                </a:solidFill>
                <a:latin typeface="Microsoft YaHei"/>
              </a:rPr>
              <a:t>讲完本页：学生应用自己的话复述核心目标。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课堂 Demo 流程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make run：完整跑一遍第1-11次课累积输出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现场改小/改大 TIMER_COUNT，重新 make run，对比 tick 节奏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（选做）复现“不清中断源”的故障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共画服务地图，学生上台补充连线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Task A + B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Task A：跑通 make run，核对5个tick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Task B：修改 TIMER_COUNT，记录至少两组调参结果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Task C + D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Task C：为什么 irq_dispatch 路径返回 era 而不是 era+4？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Task D：画出服务地图，回答边界问答四问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Task E（选做）+ AI 共学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Task E：复现不清中断源的故障并解释原因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AI 共学：CSR 位定义可查，真实输出必须来自本机 make run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思考与拓展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9728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中断处理函数执行时间过长，会挡住更紧急的中断，如何权衡？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irq_dispatch 若要接入 UART 接收中断，接口应该怎么扩展？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服务地图里，哪个模块最适合作为板级迁移的边界？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板书总结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0907" y="1874519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93595" y="2057400"/>
            <a:ext cx="512064" cy="512064"/>
          </a:xfrm>
          <a:prstGeom prst="ellipse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793595" y="2130552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0635" y="2788920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1C53A0"/>
                </a:solidFill>
                <a:latin typeface="Microsoft YaHei"/>
              </a:rPr>
              <a:t>三件套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0635" y="3383280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Microsoft YaHei"/>
              </a:rPr>
              <a:t>TCFG/TVAL/TICLR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38347" y="3063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A525E"/>
                </a:solidFill>
                <a:latin typeface="Microsoft YaHei"/>
              </a:rP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58387" y="1874519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91075" y="2057400"/>
            <a:ext cx="512064" cy="512064"/>
          </a:xfrm>
          <a:prstGeom prst="ellipse">
            <a:avLst/>
          </a:prstGeom>
          <a:solidFill>
            <a:srgbClr val="00748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91075" y="2130552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8115" y="2788920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007482"/>
                </a:solidFill>
                <a:latin typeface="Microsoft YaHei"/>
              </a:rPr>
              <a:t>两开关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68115" y="3383280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Microsoft YaHei"/>
              </a:rPr>
              <a:t>ECFG+CRMD.IE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35827" y="3063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A525E"/>
                </a:solidFill>
                <a:latin typeface="Microsoft YaHei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55867" y="1874519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188555" y="2057400"/>
            <a:ext cx="512064" cy="512064"/>
          </a:xfrm>
          <a:prstGeom prst="ellipse">
            <a:avLst/>
          </a:prstGeom>
          <a:solidFill>
            <a:srgbClr val="2A7E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188555" y="2130552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5595" y="2788920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2A7E4E"/>
                </a:solidFill>
                <a:latin typeface="Microsoft YaHei"/>
              </a:rPr>
              <a:t>共享入口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65595" y="3383280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Microsoft YaHei"/>
              </a:rPr>
              <a:t>Ecode分流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33307" y="306324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A525E"/>
                </a:solidFill>
                <a:latin typeface="Microsoft YaHei"/>
              </a:rPr>
              <a:t>→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53347" y="1874519"/>
            <a:ext cx="2377440" cy="2926080"/>
          </a:xfrm>
          <a:prstGeom prst="roundRect">
            <a:avLst/>
          </a:prstGeom>
          <a:solidFill>
            <a:srgbClr val="FFFFFF"/>
          </a:solidFill>
          <a:ln>
            <a:solidFill>
              <a:srgbClr val="D0D6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886035" y="2057400"/>
            <a:ext cx="512064" cy="512064"/>
          </a:xfrm>
          <a:prstGeom prst="ellipse">
            <a:avLst/>
          </a:prstGeom>
          <a:solidFill>
            <a:srgbClr val="B85F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86035" y="2130552"/>
            <a:ext cx="512064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63075" y="2788920"/>
            <a:ext cx="2157984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B85F22"/>
                </a:solidFill>
                <a:latin typeface="Microsoft YaHei"/>
              </a:rPr>
              <a:t>服务地图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63075" y="3383280"/>
            <a:ext cx="2157984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>
                <a:solidFill>
                  <a:srgbClr val="22252B"/>
                </a:solidFill>
                <a:latin typeface="Microsoft YaHei"/>
              </a:rPr>
              <a:t>谁碰硬件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常见故障速查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508760"/>
          <a:ext cx="1115568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29200"/>
                <a:gridCol w="6126480"/>
              </a:tblGrid>
              <a:tr h="754380"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现象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1">
                          <a:solidFill>
                            <a:srgbClr val="FFFFFF"/>
                          </a:solidFill>
                          <a:latin typeface="Microsoft YaHei"/>
                        </a:rPr>
                        <a:t>处理</a:t>
                      </a:r>
                    </a:p>
                  </a:txBody>
                  <a:tcPr anchor="ctr">
                    <a:solidFill>
                      <a:srgbClr val="1C53A0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tick 一直不出现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检查 ECFG/CRMD.IE 两层开关是否都打开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tick 刷屏停不下来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检查 TICLR 清源是否被误删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make run 后卡住无输出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400" b="0">
                          <a:solidFill>
                            <a:srgbClr val="22252B"/>
                          </a:solidFill>
                          <a:latin typeface="Microsoft YaHei"/>
                        </a:rPr>
                        <a:t>确认 idle 前是否已正确调用 timer_init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C53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56032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C53A0"/>
                </a:solidFill>
                <a:latin typeface="Microsoft YaHei"/>
              </a:rPr>
              <a:t>第 11 次课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21792"/>
            <a:ext cx="11155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22252B"/>
                </a:solidFill>
                <a:latin typeface="Microsoft YaHei"/>
              </a:rPr>
              <a:t>本节收束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47120" cy="22860"/>
          </a:xfrm>
          <a:prstGeom prst="rect">
            <a:avLst/>
          </a:prstGeom>
          <a:solidFill>
            <a:srgbClr val="D0D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109728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定时器中断：TCFG配置 + 两层使能 + TICLR清源，缺一不可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异常与中断共享入口，靠 Ecode 分流；中断需要更完整的寄存器保存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内核服务地图理清了「谁碰硬件、谁调用谁」</a:t>
            </a:r>
          </a:p>
          <a:p>
            <a:pPr algn="l">
              <a:spcAft>
                <a:spcPts val="1000"/>
              </a:spcAft>
            </a:pPr>
            <a:r>
              <a:rPr sz="2400" b="0">
                <a:solidFill>
                  <a:srgbClr val="22252B"/>
                </a:solidFill>
                <a:latin typeface="Microsoft YaHei"/>
              </a:rPr>
              <a:t>• 下次课：板级迁移 + 综合展示，全课程收官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